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1CD2C9-3D05-4C0D-8973-80CD56228255}" v="4" dt="2025-11-26T23:37:01.8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kihiro Kuriaki" userId="a7c909f8c7b3d1c8" providerId="LiveId" clId="{342D073B-BBE4-46D3-BE10-D06F975F5290}"/>
    <pc:docChg chg="addSld modSld sldOrd">
      <pc:chgData name="Yukihiro Kuriaki" userId="a7c909f8c7b3d1c8" providerId="LiveId" clId="{342D073B-BBE4-46D3-BE10-D06F975F5290}" dt="2025-11-26T23:38:31.572" v="89" actId="167"/>
      <pc:docMkLst>
        <pc:docMk/>
      </pc:docMkLst>
      <pc:sldChg chg="addSp modSp new mod">
        <pc:chgData name="Yukihiro Kuriaki" userId="a7c909f8c7b3d1c8" providerId="LiveId" clId="{342D073B-BBE4-46D3-BE10-D06F975F5290}" dt="2025-11-26T23:30:04.775" v="52" actId="20577"/>
        <pc:sldMkLst>
          <pc:docMk/>
          <pc:sldMk cId="3559601220" sldId="256"/>
        </pc:sldMkLst>
        <pc:spChg chg="add mod">
          <ac:chgData name="Yukihiro Kuriaki" userId="a7c909f8c7b3d1c8" providerId="LiveId" clId="{342D073B-BBE4-46D3-BE10-D06F975F5290}" dt="2025-11-26T23:30:04.775" v="52" actId="20577"/>
          <ac:spMkLst>
            <pc:docMk/>
            <pc:sldMk cId="3559601220" sldId="256"/>
            <ac:spMk id="4" creationId="{6EB2AC20-94DF-659C-FBF1-10D142ADE60B}"/>
          </ac:spMkLst>
        </pc:spChg>
        <pc:picChg chg="add mod">
          <ac:chgData name="Yukihiro Kuriaki" userId="a7c909f8c7b3d1c8" providerId="LiveId" clId="{342D073B-BBE4-46D3-BE10-D06F975F5290}" dt="2025-11-26T23:29:32.115" v="3" actId="962"/>
          <ac:picMkLst>
            <pc:docMk/>
            <pc:sldMk cId="3559601220" sldId="256"/>
            <ac:picMk id="3" creationId="{79FF063D-8679-836F-DC02-FED1E475F641}"/>
          </ac:picMkLst>
        </pc:picChg>
      </pc:sldChg>
      <pc:sldChg chg="addSp modSp new mod ord">
        <pc:chgData name="Yukihiro Kuriaki" userId="a7c909f8c7b3d1c8" providerId="LiveId" clId="{342D073B-BBE4-46D3-BE10-D06F975F5290}" dt="2025-11-26T23:35:09.903" v="71" actId="1076"/>
        <pc:sldMkLst>
          <pc:docMk/>
          <pc:sldMk cId="1177501601" sldId="257"/>
        </pc:sldMkLst>
        <pc:spChg chg="add mod">
          <ac:chgData name="Yukihiro Kuriaki" userId="a7c909f8c7b3d1c8" providerId="LiveId" clId="{342D073B-BBE4-46D3-BE10-D06F975F5290}" dt="2025-11-26T23:34:33.878" v="68" actId="1076"/>
          <ac:spMkLst>
            <pc:docMk/>
            <pc:sldMk cId="1177501601" sldId="257"/>
            <ac:spMk id="6" creationId="{61D8AFEB-0C65-18A8-641E-558C33B8D56D}"/>
          </ac:spMkLst>
        </pc:spChg>
        <pc:spChg chg="add mod">
          <ac:chgData name="Yukihiro Kuriaki" userId="a7c909f8c7b3d1c8" providerId="LiveId" clId="{342D073B-BBE4-46D3-BE10-D06F975F5290}" dt="2025-11-26T23:34:43.165" v="70" actId="1076"/>
          <ac:spMkLst>
            <pc:docMk/>
            <pc:sldMk cId="1177501601" sldId="257"/>
            <ac:spMk id="7" creationId="{0FC68D54-21A1-D86F-C935-4F4BFE090D34}"/>
          </ac:spMkLst>
        </pc:spChg>
        <pc:picChg chg="add mod">
          <ac:chgData name="Yukihiro Kuriaki" userId="a7c909f8c7b3d1c8" providerId="LiveId" clId="{342D073B-BBE4-46D3-BE10-D06F975F5290}" dt="2025-11-26T23:33:29.262" v="59" actId="1076"/>
          <ac:picMkLst>
            <pc:docMk/>
            <pc:sldMk cId="1177501601" sldId="257"/>
            <ac:picMk id="3" creationId="{FC4A029C-121C-070E-F074-E727883117AA}"/>
          </ac:picMkLst>
        </pc:picChg>
        <pc:picChg chg="add mod">
          <ac:chgData name="Yukihiro Kuriaki" userId="a7c909f8c7b3d1c8" providerId="LiveId" clId="{342D073B-BBE4-46D3-BE10-D06F975F5290}" dt="2025-11-26T23:35:09.903" v="71" actId="1076"/>
          <ac:picMkLst>
            <pc:docMk/>
            <pc:sldMk cId="1177501601" sldId="257"/>
            <ac:picMk id="5" creationId="{5B3C94CE-F9C1-41F9-5C6F-2D1C9A233F7B}"/>
          </ac:picMkLst>
        </pc:picChg>
      </pc:sldChg>
      <pc:sldChg chg="addSp modSp new mod ord">
        <pc:chgData name="Yukihiro Kuriaki" userId="a7c909f8c7b3d1c8" providerId="LiveId" clId="{342D073B-BBE4-46D3-BE10-D06F975F5290}" dt="2025-11-26T23:38:31.572" v="89" actId="167"/>
        <pc:sldMkLst>
          <pc:docMk/>
          <pc:sldMk cId="8950033" sldId="258"/>
        </pc:sldMkLst>
        <pc:spChg chg="add mod">
          <ac:chgData name="Yukihiro Kuriaki" userId="a7c909f8c7b3d1c8" providerId="LiveId" clId="{342D073B-BBE4-46D3-BE10-D06F975F5290}" dt="2025-11-26T23:37:09.087" v="80" actId="403"/>
          <ac:spMkLst>
            <pc:docMk/>
            <pc:sldMk cId="8950033" sldId="258"/>
            <ac:spMk id="2" creationId="{741C892F-D235-59B1-F2D3-E272BACBA41D}"/>
          </ac:spMkLst>
        </pc:spChg>
        <pc:picChg chg="add mod">
          <ac:chgData name="Yukihiro Kuriaki" userId="a7c909f8c7b3d1c8" providerId="LiveId" clId="{342D073B-BBE4-46D3-BE10-D06F975F5290}" dt="2025-11-26T23:38:08.441" v="85" actId="1076"/>
          <ac:picMkLst>
            <pc:docMk/>
            <pc:sldMk cId="8950033" sldId="258"/>
            <ac:picMk id="4" creationId="{DA48A390-A8D9-794B-DAC1-D697104F47E4}"/>
          </ac:picMkLst>
        </pc:picChg>
        <pc:picChg chg="add mod ord">
          <ac:chgData name="Yukihiro Kuriaki" userId="a7c909f8c7b3d1c8" providerId="LiveId" clId="{342D073B-BBE4-46D3-BE10-D06F975F5290}" dt="2025-11-26T23:38:31.572" v="89" actId="167"/>
          <ac:picMkLst>
            <pc:docMk/>
            <pc:sldMk cId="8950033" sldId="258"/>
            <ac:picMk id="6" creationId="{88C922A7-7229-65F8-A16F-60EB78E8F87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789D4C-EB69-D20E-E456-E8AB3756F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DD57118-0EE5-DB2E-A0AC-B01A36DC3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8C7BAD-A06D-C36B-AE6F-A7ED8F47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23AD-5DA2-4DB2-A737-FDC4C601C977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764DC9-BCE8-A8AF-705C-0D7C09E2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215B7D-F53F-1042-2440-DDDB933B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3379E-937A-4D5F-91D3-D96875398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4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34A323-9699-81C1-F152-40E19A662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EB3191-D3EC-2003-E1FB-08CB13923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5D23BC-1BAE-9F8F-4D72-8CB06D37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23AD-5DA2-4DB2-A737-FDC4C601C977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0095C4-3298-9205-CC06-108F271AE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E1F81F-944D-33E2-2C53-2019BFB5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3379E-937A-4D5F-91D3-D96875398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952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842212-7573-57BC-5F64-3B9829681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6F22AE-A959-3FCF-E305-4AB86ED59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1CA0F2-ACC6-3A09-DC49-D530ECCBE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23AD-5DA2-4DB2-A737-FDC4C601C977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B3BA55-BAD3-3E00-DC52-B1DC4C43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886EEF-DB0E-2369-EE07-23A67738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3379E-937A-4D5F-91D3-D96875398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41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86E28B-7EF0-2C07-7AF6-6925BB7D4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4CB112-335C-8723-9F87-B59914274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B593CA-1976-E215-0910-3582EDB57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EFFF3C-E69D-7DD4-E4CF-CB76FD6DA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23AD-5DA2-4DB2-A737-FDC4C601C977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0B3E17-77EB-2BB2-CF0F-95FA3E69A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2B5C78-6F4B-8C88-8E80-43CB12A77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3379E-937A-4D5F-91D3-D96875398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8740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9451C3-B05B-6492-10C5-473241944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DD5323-4D5C-A133-1A3B-68C21122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E99F4B-158F-8571-8871-5F9D010B5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DBD4302-1570-BE24-BC54-D8BD5F3EE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1F74A01-85BF-00E4-4081-6351431AF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EE80EF7-0AD2-008E-102C-B2C070C36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23AD-5DA2-4DB2-A737-FDC4C601C977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8D6186-25AE-1716-C30F-4F4DD36D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BFA444D-98AB-6973-AE5A-CC0C2375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3379E-937A-4D5F-91D3-D96875398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201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8D0CA5-A8D2-DFEB-D142-E765D2447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297C2F-5DE3-1411-86EC-DAE7D04E0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23AD-5DA2-4DB2-A737-FDC4C601C977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C3E0938-C74C-26EB-FA02-CC4EDD6B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1C31D67-5CFB-0E55-A2E8-ADB82CC8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3379E-937A-4D5F-91D3-D96875398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48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D72C33-5851-8AF2-7191-4A6C59036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23AD-5DA2-4DB2-A737-FDC4C601C977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AA5B37-0C9F-5098-F632-8D60C1A7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95EE73-282C-23C0-C17F-8383B02F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3379E-937A-4D5F-91D3-D96875398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642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34D77C-8528-6C5D-3CA9-8508C9D9C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21FCC7-3CE5-FC18-2002-6C0A296BA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3C3024-1616-1F05-A6CC-A64133AC9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5DDA23-0F68-201A-36D0-943BA025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23AD-5DA2-4DB2-A737-FDC4C601C977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B98C46-F633-2366-5CDE-520AE140C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17F5AB-68A9-39ED-E088-6D3677619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3379E-937A-4D5F-91D3-D96875398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382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229BEF-D594-8DE5-D058-396DABF4F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20478A5-3A48-7172-C164-94C00E2E3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C55949-61D8-938F-366F-B44DC88F8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57C76C-DF74-A0F4-7E5F-C306C7164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23AD-5DA2-4DB2-A737-FDC4C601C977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390327-6871-C090-086C-AE86974FC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67B0E8-E384-B7B5-F2D7-2945B4D3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3379E-937A-4D5F-91D3-D96875398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8027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5AEE6D-1F6F-AFB3-0FE8-903D977D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0479DF-F640-4213-F9AD-DAC3AE5AE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DE59C3-8DC1-E9EA-C85D-A4EB7FFE9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23AD-5DA2-4DB2-A737-FDC4C601C977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3DAE8E-AF77-C758-9954-DF7089EF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28BF51-08E3-600F-576D-E823AF7C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3379E-937A-4D5F-91D3-D96875398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176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8931AE1-8965-4270-FB98-C002C84AB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F30DA0-641F-75F8-CF39-242286F66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0B9456-0A43-A1E0-42F5-F04177D9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23AD-5DA2-4DB2-A737-FDC4C601C977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6014CB-6377-1524-B9C9-AC6164A32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78CC9B-F276-C5D3-0CBE-33B9A258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3379E-937A-4D5F-91D3-D96875398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728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03CFDF0-7E32-5C02-858C-9357A635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7BB86D-6117-300B-EB7C-803D82218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03BFCA-8B67-DA40-575A-D6A044DD3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623AD-5DA2-4DB2-A737-FDC4C601C977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6A2054-ECD0-17C3-755F-01BAE549A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00B7E-B0CC-5E84-E182-ABFBFC0B8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3379E-937A-4D5F-91D3-D96875398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755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hayashi-mfg.jp/about-us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8C922A7-7229-65F8-A16F-60EB78E8F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991"/>
            <a:ext cx="12192000" cy="5504018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41C892F-D235-59B1-F2D3-E272BACBA41D}"/>
              </a:ext>
            </a:extLst>
          </p:cNvPr>
          <p:cNvSpPr txBox="1"/>
          <p:nvPr/>
        </p:nvSpPr>
        <p:spPr>
          <a:xfrm>
            <a:off x="400692" y="308225"/>
            <a:ext cx="10769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hlinkClick r:id="rId3"/>
              </a:rPr>
              <a:t>多品種小ロット対応　産業機器、工作機械、医療機器、電子機器の筐体、カバー、シャーシ等板金部品 </a:t>
            </a:r>
            <a:r>
              <a:rPr lang="en-US" altLang="ja-JP" sz="1400" dirty="0">
                <a:hlinkClick r:id="rId3"/>
              </a:rPr>
              <a:t>| </a:t>
            </a:r>
            <a:r>
              <a:rPr lang="ja-JP" altLang="en-US" sz="1400" dirty="0">
                <a:hlinkClick r:id="rId3"/>
              </a:rPr>
              <a:t>群馬県高崎市　㈱林製作所</a:t>
            </a:r>
            <a:endParaRPr kumimoji="1" lang="ja-JP" altLang="en-US" sz="1400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A48A390-A8D9-794B-DAC1-D697104F4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32" y="778988"/>
            <a:ext cx="5598562" cy="279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FC4A029C-121C-070E-F074-E72788311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88" y="171000"/>
            <a:ext cx="4115374" cy="6439799"/>
          </a:xfrm>
          <a:prstGeom prst="rect">
            <a:avLst/>
          </a:prstGeom>
        </p:spPr>
      </p:pic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B3C94CE-F9C1-41F9-5C6F-2D1C9A233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410" y="190070"/>
            <a:ext cx="4105848" cy="6154009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61D8AFEB-0C65-18A8-641E-558C33B8D56D}"/>
              </a:ext>
            </a:extLst>
          </p:cNvPr>
          <p:cNvSpPr/>
          <p:nvPr/>
        </p:nvSpPr>
        <p:spPr>
          <a:xfrm>
            <a:off x="5408381" y="4150760"/>
            <a:ext cx="762000" cy="733425"/>
          </a:xfrm>
          <a:prstGeom prst="ellipse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0FC68D54-21A1-D86F-C935-4F4BFE090D34}"/>
              </a:ext>
            </a:extLst>
          </p:cNvPr>
          <p:cNvSpPr/>
          <p:nvPr/>
        </p:nvSpPr>
        <p:spPr>
          <a:xfrm>
            <a:off x="711379" y="4097677"/>
            <a:ext cx="762000" cy="733425"/>
          </a:xfrm>
          <a:prstGeom prst="ellipse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7501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マップ&#10;&#10;AI 生成コンテンツは誤りを含む可能性があります。">
            <a:extLst>
              <a:ext uri="{FF2B5EF4-FFF2-40B4-BE49-F238E27FC236}">
                <a16:creationId xmlns:a16="http://schemas.microsoft.com/office/drawing/2014/main" id="{79FF063D-8679-836F-DC02-FED1E475F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388" y="842601"/>
            <a:ext cx="8945223" cy="5172797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B2AC20-94DF-659C-FBF1-10D142ADE60B}"/>
              </a:ext>
            </a:extLst>
          </p:cNvPr>
          <p:cNvSpPr txBox="1"/>
          <p:nvPr/>
        </p:nvSpPr>
        <p:spPr>
          <a:xfrm>
            <a:off x="1371600" y="504825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群馬八幡から約</a:t>
            </a:r>
            <a:r>
              <a:rPr kumimoji="1" lang="en-US" altLang="ja-JP" dirty="0"/>
              <a:t>3</a:t>
            </a:r>
            <a:r>
              <a:rPr kumimoji="1" lang="ja-JP" altLang="en-US" dirty="0"/>
              <a:t>キロ</a:t>
            </a:r>
          </a:p>
        </p:txBody>
      </p:sp>
    </p:spTree>
    <p:extLst>
      <p:ext uri="{BB962C8B-B14F-4D97-AF65-F5344CB8AC3E}">
        <p14:creationId xmlns:p14="http://schemas.microsoft.com/office/powerpoint/2010/main" val="3559601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67</Words>
  <Application>Microsoft Office PowerPoint</Application>
  <PresentationFormat>ワイド画面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Yukihiro Kuriaki</dc:creator>
  <cp:lastModifiedBy>Yukihiro Kuriaki</cp:lastModifiedBy>
  <cp:revision>1</cp:revision>
  <dcterms:created xsi:type="dcterms:W3CDTF">2025-11-26T23:29:24Z</dcterms:created>
  <dcterms:modified xsi:type="dcterms:W3CDTF">2025-11-26T23:38:37Z</dcterms:modified>
</cp:coreProperties>
</file>