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changesInfos/changesInfo1.xml" ContentType="application/vnd.ms-powerpoint.changesinfo+xml"/>
  <Override PartName="/ppt/revisionInfo.xml" ContentType="application/vnd.ms-powerpoint.revisioninfo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7" r:id="rId2"/>
    <p:sldId id="258" r:id="rId3"/>
    <p:sldId id="259" r:id="rId4"/>
    <p:sldId id="260" r:id="rId5"/>
    <p:sldId id="261" r:id="rId6"/>
    <p:sldId id="263" r:id="rId7"/>
    <p:sldId id="262" r:id="rId8"/>
    <p:sldId id="269" r:id="rId9"/>
    <p:sldId id="270" r:id="rId10"/>
    <p:sldId id="264" r:id="rId11"/>
    <p:sldId id="265" r:id="rId12"/>
    <p:sldId id="267" r:id="rId13"/>
    <p:sldId id="266" r:id="rId14"/>
    <p:sldId id="268" r:id="rId15"/>
  </p:sldIdLst>
  <p:sldSz cx="12192000" cy="6858000"/>
  <p:notesSz cx="6858000" cy="9144000"/>
  <p:defaultTextStyle>
    <a:defPPr>
      <a:defRPr lang="ja-JP"/>
    </a:defPPr>
    <a:lvl1pPr marL="0" algn="l" defTabSz="914400" rtl="0" eaLnBrk="1" latinLnBrk="0" hangingPunct="1">
      <a:defRPr kumimoji="1"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kumimoji="1"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kumimoji="1"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kumimoji="1"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kumimoji="1"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kumimoji="1"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kumimoji="1"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kumimoji="1"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kumimoji="1"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F9843418-AEE5-40EE-9CC7-B087E63B2BA7}" v="35" dt="2026-01-10T04:13:33.662"/>
  </p1510:revLst>
</p1510:revInfo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 snapToGrid="0">
      <p:cViewPr>
        <p:scale>
          <a:sx n="75" d="100"/>
          <a:sy n="75" d="100"/>
        </p:scale>
        <p:origin x="1836" y="64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theme" Target="theme/theme1.xml"/><Relationship Id="rId3" Type="http://schemas.openxmlformats.org/officeDocument/2006/relationships/slide" Target="slides/slide2.xml"/><Relationship Id="rId21" Type="http://schemas.microsoft.com/office/2015/10/relationships/revisionInfo" Target="revisionInfo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viewProps" Target="viewProps.xml"/><Relationship Id="rId2" Type="http://schemas.openxmlformats.org/officeDocument/2006/relationships/slide" Target="slides/slide1.xml"/><Relationship Id="rId16" Type="http://schemas.openxmlformats.org/officeDocument/2006/relationships/presProps" Target="presProps.xml"/><Relationship Id="rId20" Type="http://schemas.microsoft.com/office/2016/11/relationships/changesInfo" Target="changesInfos/changesInfo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10" Type="http://schemas.openxmlformats.org/officeDocument/2006/relationships/slide" Target="slides/slide9.xml"/><Relationship Id="rId19" Type="http://schemas.openxmlformats.org/officeDocument/2006/relationships/tableStyles" Target="tableStyle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Yukihiro Kuriaki" userId="a7c909f8c7b3d1c8" providerId="LiveId" clId="{342D073B-BBE4-46D3-BE10-D06F975F5290}"/>
    <pc:docChg chg="undo custSel addSld delSld modSld sldOrd">
      <pc:chgData name="Yukihiro Kuriaki" userId="a7c909f8c7b3d1c8" providerId="LiveId" clId="{342D073B-BBE4-46D3-BE10-D06F975F5290}" dt="2026-01-10T04:25:08.615" v="489" actId="1076"/>
      <pc:docMkLst>
        <pc:docMk/>
      </pc:docMkLst>
      <pc:sldChg chg="new del">
        <pc:chgData name="Yukihiro Kuriaki" userId="a7c909f8c7b3d1c8" providerId="LiveId" clId="{342D073B-BBE4-46D3-BE10-D06F975F5290}" dt="2026-01-10T03:53:01.667" v="6" actId="47"/>
        <pc:sldMkLst>
          <pc:docMk/>
          <pc:sldMk cId="125299203" sldId="256"/>
        </pc:sldMkLst>
      </pc:sldChg>
      <pc:sldChg chg="addSp modSp new mod">
        <pc:chgData name="Yukihiro Kuriaki" userId="a7c909f8c7b3d1c8" providerId="LiveId" clId="{342D073B-BBE4-46D3-BE10-D06F975F5290}" dt="2026-01-10T04:24:04.359" v="485" actId="403"/>
        <pc:sldMkLst>
          <pc:docMk/>
          <pc:sldMk cId="1269296135" sldId="257"/>
        </pc:sldMkLst>
        <pc:spChg chg="add mod">
          <ac:chgData name="Yukihiro Kuriaki" userId="a7c909f8c7b3d1c8" providerId="LiveId" clId="{342D073B-BBE4-46D3-BE10-D06F975F5290}" dt="2026-01-10T04:24:04.359" v="485" actId="403"/>
          <ac:spMkLst>
            <pc:docMk/>
            <pc:sldMk cId="1269296135" sldId="257"/>
            <ac:spMk id="2" creationId="{C1A33C31-C189-B7D6-8F5E-730C89691912}"/>
          </ac:spMkLst>
        </pc:spChg>
      </pc:sldChg>
      <pc:sldChg chg="addSp modSp new mod">
        <pc:chgData name="Yukihiro Kuriaki" userId="a7c909f8c7b3d1c8" providerId="LiveId" clId="{342D073B-BBE4-46D3-BE10-D06F975F5290}" dt="2026-01-10T04:07:11.797" v="258" actId="1076"/>
        <pc:sldMkLst>
          <pc:docMk/>
          <pc:sldMk cId="3866447755" sldId="258"/>
        </pc:sldMkLst>
        <pc:spChg chg="add mod">
          <ac:chgData name="Yukihiro Kuriaki" userId="a7c909f8c7b3d1c8" providerId="LiveId" clId="{342D073B-BBE4-46D3-BE10-D06F975F5290}" dt="2026-01-10T04:07:11.797" v="258" actId="1076"/>
          <ac:spMkLst>
            <pc:docMk/>
            <pc:sldMk cId="3866447755" sldId="258"/>
            <ac:spMk id="2" creationId="{D6E3709F-DABB-7BA9-B240-5D50D49DC382}"/>
          </ac:spMkLst>
        </pc:spChg>
      </pc:sldChg>
      <pc:sldChg chg="addSp modSp new mod">
        <pc:chgData name="Yukihiro Kuriaki" userId="a7c909f8c7b3d1c8" providerId="LiveId" clId="{342D073B-BBE4-46D3-BE10-D06F975F5290}" dt="2026-01-10T04:07:25.186" v="262" actId="1076"/>
        <pc:sldMkLst>
          <pc:docMk/>
          <pc:sldMk cId="1850049662" sldId="259"/>
        </pc:sldMkLst>
        <pc:spChg chg="add mod">
          <ac:chgData name="Yukihiro Kuriaki" userId="a7c909f8c7b3d1c8" providerId="LiveId" clId="{342D073B-BBE4-46D3-BE10-D06F975F5290}" dt="2026-01-10T04:07:25.186" v="262" actId="1076"/>
          <ac:spMkLst>
            <pc:docMk/>
            <pc:sldMk cId="1850049662" sldId="259"/>
            <ac:spMk id="2" creationId="{BA92211C-35A8-F09C-58C0-5C9DA567B4CC}"/>
          </ac:spMkLst>
        </pc:spChg>
      </pc:sldChg>
      <pc:sldChg chg="addSp modSp new mod">
        <pc:chgData name="Yukihiro Kuriaki" userId="a7c909f8c7b3d1c8" providerId="LiveId" clId="{342D073B-BBE4-46D3-BE10-D06F975F5290}" dt="2026-01-10T04:07:07.152" v="257" actId="1076"/>
        <pc:sldMkLst>
          <pc:docMk/>
          <pc:sldMk cId="2861290208" sldId="260"/>
        </pc:sldMkLst>
        <pc:spChg chg="add mod">
          <ac:chgData name="Yukihiro Kuriaki" userId="a7c909f8c7b3d1c8" providerId="LiveId" clId="{342D073B-BBE4-46D3-BE10-D06F975F5290}" dt="2026-01-10T04:07:07.152" v="257" actId="1076"/>
          <ac:spMkLst>
            <pc:docMk/>
            <pc:sldMk cId="2861290208" sldId="260"/>
            <ac:spMk id="2" creationId="{F5CFF8C2-4D9B-B1ED-1571-AB3F982FAB79}"/>
          </ac:spMkLst>
        </pc:spChg>
      </pc:sldChg>
      <pc:sldChg chg="addSp modSp new mod">
        <pc:chgData name="Yukihiro Kuriaki" userId="a7c909f8c7b3d1c8" providerId="LiveId" clId="{342D073B-BBE4-46D3-BE10-D06F975F5290}" dt="2026-01-10T04:07:31.199" v="263" actId="403"/>
        <pc:sldMkLst>
          <pc:docMk/>
          <pc:sldMk cId="2142668570" sldId="261"/>
        </pc:sldMkLst>
        <pc:spChg chg="add mod">
          <ac:chgData name="Yukihiro Kuriaki" userId="a7c909f8c7b3d1c8" providerId="LiveId" clId="{342D073B-BBE4-46D3-BE10-D06F975F5290}" dt="2026-01-10T04:07:31.199" v="263" actId="403"/>
          <ac:spMkLst>
            <pc:docMk/>
            <pc:sldMk cId="2142668570" sldId="261"/>
            <ac:spMk id="2" creationId="{CC4C1A92-E636-4372-8AE7-0F0C47B4D4D1}"/>
          </ac:spMkLst>
        </pc:spChg>
      </pc:sldChg>
      <pc:sldChg chg="addSp modSp new mod ord">
        <pc:chgData name="Yukihiro Kuriaki" userId="a7c909f8c7b3d1c8" providerId="LiveId" clId="{342D073B-BBE4-46D3-BE10-D06F975F5290}" dt="2026-01-10T04:23:27.296" v="476" actId="403"/>
        <pc:sldMkLst>
          <pc:docMk/>
          <pc:sldMk cId="3692314278" sldId="262"/>
        </pc:sldMkLst>
        <pc:spChg chg="add mod">
          <ac:chgData name="Yukihiro Kuriaki" userId="a7c909f8c7b3d1c8" providerId="LiveId" clId="{342D073B-BBE4-46D3-BE10-D06F975F5290}" dt="2026-01-10T04:23:27.296" v="476" actId="403"/>
          <ac:spMkLst>
            <pc:docMk/>
            <pc:sldMk cId="3692314278" sldId="262"/>
            <ac:spMk id="2" creationId="{4E26DB30-D4C0-B2BA-D816-796E0D22657B}"/>
          </ac:spMkLst>
        </pc:spChg>
      </pc:sldChg>
      <pc:sldChg chg="addSp modSp new mod">
        <pc:chgData name="Yukihiro Kuriaki" userId="a7c909f8c7b3d1c8" providerId="LiveId" clId="{342D073B-BBE4-46D3-BE10-D06F975F5290}" dt="2026-01-10T04:20:14.058" v="403" actId="1076"/>
        <pc:sldMkLst>
          <pc:docMk/>
          <pc:sldMk cId="741242355" sldId="263"/>
        </pc:sldMkLst>
        <pc:spChg chg="add mod">
          <ac:chgData name="Yukihiro Kuriaki" userId="a7c909f8c7b3d1c8" providerId="LiveId" clId="{342D073B-BBE4-46D3-BE10-D06F975F5290}" dt="2026-01-10T04:20:14.058" v="403" actId="1076"/>
          <ac:spMkLst>
            <pc:docMk/>
            <pc:sldMk cId="741242355" sldId="263"/>
            <ac:spMk id="2" creationId="{1E3CA442-4FC7-C468-0B45-E077AD6C0A9A}"/>
          </ac:spMkLst>
        </pc:spChg>
      </pc:sldChg>
      <pc:sldChg chg="addSp modSp new mod">
        <pc:chgData name="Yukihiro Kuriaki" userId="a7c909f8c7b3d1c8" providerId="LiveId" clId="{342D073B-BBE4-46D3-BE10-D06F975F5290}" dt="2026-01-10T04:23:11.432" v="475" actId="1076"/>
        <pc:sldMkLst>
          <pc:docMk/>
          <pc:sldMk cId="2698782995" sldId="264"/>
        </pc:sldMkLst>
        <pc:spChg chg="add mod">
          <ac:chgData name="Yukihiro Kuriaki" userId="a7c909f8c7b3d1c8" providerId="LiveId" clId="{342D073B-BBE4-46D3-BE10-D06F975F5290}" dt="2026-01-10T04:23:11.432" v="475" actId="1076"/>
          <ac:spMkLst>
            <pc:docMk/>
            <pc:sldMk cId="2698782995" sldId="264"/>
            <ac:spMk id="2" creationId="{5299462E-D67B-6B2F-744C-50A5CFF1FF48}"/>
          </ac:spMkLst>
        </pc:spChg>
      </pc:sldChg>
      <pc:sldChg chg="addSp modSp new mod">
        <pc:chgData name="Yukihiro Kuriaki" userId="a7c909f8c7b3d1c8" providerId="LiveId" clId="{342D073B-BBE4-46D3-BE10-D06F975F5290}" dt="2026-01-10T04:24:48.742" v="486" actId="14100"/>
        <pc:sldMkLst>
          <pc:docMk/>
          <pc:sldMk cId="268388419" sldId="265"/>
        </pc:sldMkLst>
        <pc:spChg chg="add mod">
          <ac:chgData name="Yukihiro Kuriaki" userId="a7c909f8c7b3d1c8" providerId="LiveId" clId="{342D073B-BBE4-46D3-BE10-D06F975F5290}" dt="2026-01-10T04:24:48.742" v="486" actId="14100"/>
          <ac:spMkLst>
            <pc:docMk/>
            <pc:sldMk cId="268388419" sldId="265"/>
            <ac:spMk id="2" creationId="{B345CDE8-3292-F2BC-8987-C9B202F908FC}"/>
          </ac:spMkLst>
        </pc:spChg>
      </pc:sldChg>
      <pc:sldChg chg="addSp modSp new mod">
        <pc:chgData name="Yukihiro Kuriaki" userId="a7c909f8c7b3d1c8" providerId="LiveId" clId="{342D073B-BBE4-46D3-BE10-D06F975F5290}" dt="2026-01-10T04:24:57.635" v="487" actId="1076"/>
        <pc:sldMkLst>
          <pc:docMk/>
          <pc:sldMk cId="1017497949" sldId="266"/>
        </pc:sldMkLst>
        <pc:spChg chg="add mod">
          <ac:chgData name="Yukihiro Kuriaki" userId="a7c909f8c7b3d1c8" providerId="LiveId" clId="{342D073B-BBE4-46D3-BE10-D06F975F5290}" dt="2026-01-10T04:24:57.635" v="487" actId="1076"/>
          <ac:spMkLst>
            <pc:docMk/>
            <pc:sldMk cId="1017497949" sldId="266"/>
            <ac:spMk id="2" creationId="{809FD143-FDDD-1ECF-7B29-471876745146}"/>
          </ac:spMkLst>
        </pc:spChg>
      </pc:sldChg>
      <pc:sldChg chg="addSp modSp new mod ord">
        <pc:chgData name="Yukihiro Kuriaki" userId="a7c909f8c7b3d1c8" providerId="LiveId" clId="{342D073B-BBE4-46D3-BE10-D06F975F5290}" dt="2026-01-10T04:21:33.390" v="436" actId="1076"/>
        <pc:sldMkLst>
          <pc:docMk/>
          <pc:sldMk cId="3272912283" sldId="267"/>
        </pc:sldMkLst>
        <pc:spChg chg="add mod">
          <ac:chgData name="Yukihiro Kuriaki" userId="a7c909f8c7b3d1c8" providerId="LiveId" clId="{342D073B-BBE4-46D3-BE10-D06F975F5290}" dt="2026-01-10T04:21:33.390" v="436" actId="1076"/>
          <ac:spMkLst>
            <pc:docMk/>
            <pc:sldMk cId="3272912283" sldId="267"/>
            <ac:spMk id="2" creationId="{485DD38A-E657-3065-D48C-BD07BFB73C09}"/>
          </ac:spMkLst>
        </pc:spChg>
      </pc:sldChg>
      <pc:sldChg chg="addSp modSp new mod">
        <pc:chgData name="Yukihiro Kuriaki" userId="a7c909f8c7b3d1c8" providerId="LiveId" clId="{342D073B-BBE4-46D3-BE10-D06F975F5290}" dt="2026-01-10T04:25:08.615" v="489" actId="1076"/>
        <pc:sldMkLst>
          <pc:docMk/>
          <pc:sldMk cId="3756563085" sldId="268"/>
        </pc:sldMkLst>
        <pc:spChg chg="add mod">
          <ac:chgData name="Yukihiro Kuriaki" userId="a7c909f8c7b3d1c8" providerId="LiveId" clId="{342D073B-BBE4-46D3-BE10-D06F975F5290}" dt="2026-01-10T04:25:08.615" v="489" actId="1076"/>
          <ac:spMkLst>
            <pc:docMk/>
            <pc:sldMk cId="3756563085" sldId="268"/>
            <ac:spMk id="2" creationId="{B7CAD0F8-EEB9-764D-FA0E-3F0C1F29BB8D}"/>
          </ac:spMkLst>
        </pc:spChg>
      </pc:sldChg>
      <pc:sldChg chg="addSp delSp modSp new mod">
        <pc:chgData name="Yukihiro Kuriaki" userId="a7c909f8c7b3d1c8" providerId="LiveId" clId="{342D073B-BBE4-46D3-BE10-D06F975F5290}" dt="2026-01-10T04:19:47.119" v="400" actId="1076"/>
        <pc:sldMkLst>
          <pc:docMk/>
          <pc:sldMk cId="3092544331" sldId="269"/>
        </pc:sldMkLst>
        <pc:spChg chg="add del mod">
          <ac:chgData name="Yukihiro Kuriaki" userId="a7c909f8c7b3d1c8" providerId="LiveId" clId="{342D073B-BBE4-46D3-BE10-D06F975F5290}" dt="2026-01-10T04:11:36.740" v="275"/>
          <ac:spMkLst>
            <pc:docMk/>
            <pc:sldMk cId="3092544331" sldId="269"/>
            <ac:spMk id="2" creationId="{EF5D0194-217D-AB48-A987-9BB8F3A2CE54}"/>
          </ac:spMkLst>
        </pc:spChg>
        <pc:spChg chg="add del mod">
          <ac:chgData name="Yukihiro Kuriaki" userId="a7c909f8c7b3d1c8" providerId="LiveId" clId="{342D073B-BBE4-46D3-BE10-D06F975F5290}" dt="2026-01-10T04:12:25.268" v="282"/>
          <ac:spMkLst>
            <pc:docMk/>
            <pc:sldMk cId="3092544331" sldId="269"/>
            <ac:spMk id="4" creationId="{0B9B61D5-8EAD-6FFD-0F36-2D03E5F20973}"/>
          </ac:spMkLst>
        </pc:spChg>
        <pc:spChg chg="add mod">
          <ac:chgData name="Yukihiro Kuriaki" userId="a7c909f8c7b3d1c8" providerId="LiveId" clId="{342D073B-BBE4-46D3-BE10-D06F975F5290}" dt="2026-01-10T04:19:47.119" v="400" actId="1076"/>
          <ac:spMkLst>
            <pc:docMk/>
            <pc:sldMk cId="3092544331" sldId="269"/>
            <ac:spMk id="7" creationId="{5D8CEA45-F59E-CE2B-85D9-2CCF22E70B16}"/>
          </ac:spMkLst>
        </pc:spChg>
        <pc:graphicFrameChg chg="add del mod">
          <ac:chgData name="Yukihiro Kuriaki" userId="a7c909f8c7b3d1c8" providerId="LiveId" clId="{342D073B-BBE4-46D3-BE10-D06F975F5290}" dt="2026-01-10T04:11:42.787" v="276" actId="478"/>
          <ac:graphicFrameMkLst>
            <pc:docMk/>
            <pc:sldMk cId="3092544331" sldId="269"/>
            <ac:graphicFrameMk id="3" creationId="{A5425858-FD53-7E0C-39A2-7C1CF6D5B801}"/>
          </ac:graphicFrameMkLst>
        </pc:graphicFrameChg>
        <pc:graphicFrameChg chg="add del mod">
          <ac:chgData name="Yukihiro Kuriaki" userId="a7c909f8c7b3d1c8" providerId="LiveId" clId="{342D073B-BBE4-46D3-BE10-D06F975F5290}" dt="2026-01-10T04:12:25.268" v="280" actId="478"/>
          <ac:graphicFrameMkLst>
            <pc:docMk/>
            <pc:sldMk cId="3092544331" sldId="269"/>
            <ac:graphicFrameMk id="5" creationId="{8FBA02EC-253E-0C92-7FAA-FAC2EA7D952B}"/>
          </ac:graphicFrameMkLst>
        </pc:graphicFrameChg>
      </pc:sldChg>
      <pc:sldChg chg="addSp modSp new mod">
        <pc:chgData name="Yukihiro Kuriaki" userId="a7c909f8c7b3d1c8" providerId="LiveId" clId="{342D073B-BBE4-46D3-BE10-D06F975F5290}" dt="2026-01-10T04:19:53.132" v="401" actId="1076"/>
        <pc:sldMkLst>
          <pc:docMk/>
          <pc:sldMk cId="2371125428" sldId="270"/>
        </pc:sldMkLst>
        <pc:spChg chg="add mod">
          <ac:chgData name="Yukihiro Kuriaki" userId="a7c909f8c7b3d1c8" providerId="LiveId" clId="{342D073B-BBE4-46D3-BE10-D06F975F5290}" dt="2026-01-10T04:19:53.132" v="401" actId="1076"/>
          <ac:spMkLst>
            <pc:docMk/>
            <pc:sldMk cId="2371125428" sldId="270"/>
            <ac:spMk id="2" creationId="{25A76EBF-CE3D-FDB6-25EE-50AD6C674986}"/>
          </ac:spMkLst>
        </pc:spChg>
      </pc:sldChg>
    </pc:docChg>
  </pc:docChgLst>
</pc:chgInfo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タイトル スライド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>
            <a:extLst>
              <a:ext uri="{FF2B5EF4-FFF2-40B4-BE49-F238E27FC236}">
                <a16:creationId xmlns:a16="http://schemas.microsoft.com/office/drawing/2014/main" id="{E6B5CE84-A44F-4FEE-9558-8491F67F18DF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kumimoji="1" lang="ja-JP" altLang="en-US"/>
              <a:t>マスター タイトルの書式設定</a:t>
            </a:r>
          </a:p>
        </p:txBody>
      </p:sp>
      <p:sp>
        <p:nvSpPr>
          <p:cNvPr id="3" name="字幕 2">
            <a:extLst>
              <a:ext uri="{FF2B5EF4-FFF2-40B4-BE49-F238E27FC236}">
                <a16:creationId xmlns:a16="http://schemas.microsoft.com/office/drawing/2014/main" id="{26F7B832-13B0-FA3E-BF0E-879326EDA44F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kumimoji="1" lang="ja-JP" altLang="en-US"/>
              <a:t>マスター サブタイトルの書式設定</a:t>
            </a:r>
          </a:p>
        </p:txBody>
      </p:sp>
      <p:sp>
        <p:nvSpPr>
          <p:cNvPr id="4" name="日付プレースホルダー 3">
            <a:extLst>
              <a:ext uri="{FF2B5EF4-FFF2-40B4-BE49-F238E27FC236}">
                <a16:creationId xmlns:a16="http://schemas.microsoft.com/office/drawing/2014/main" id="{1A6B10C4-A5D8-F35D-BBB8-0B680ABF399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E6F87BC-0081-4F99-A57D-231377A30AF7}" type="datetimeFigureOut">
              <a:rPr kumimoji="1" lang="ja-JP" altLang="en-US" smtClean="0"/>
              <a:t>2026/1/10</a:t>
            </a:fld>
            <a:endParaRPr kumimoji="1" lang="ja-JP" altLang="en-US"/>
          </a:p>
        </p:txBody>
      </p:sp>
      <p:sp>
        <p:nvSpPr>
          <p:cNvPr id="5" name="フッター プレースホルダー 4">
            <a:extLst>
              <a:ext uri="{FF2B5EF4-FFF2-40B4-BE49-F238E27FC236}">
                <a16:creationId xmlns:a16="http://schemas.microsoft.com/office/drawing/2014/main" id="{EB71373B-9FBF-2465-269E-E1C4ECD8AB0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6" name="スライド番号プレースホルダー 5">
            <a:extLst>
              <a:ext uri="{FF2B5EF4-FFF2-40B4-BE49-F238E27FC236}">
                <a16:creationId xmlns:a16="http://schemas.microsoft.com/office/drawing/2014/main" id="{4E34084B-123B-6430-D77E-7BFC962B3AE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3283F9C-3DA2-4FB2-BAB8-7A015F10F484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3190114131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タイトルとコンテンツ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>
            <a:extLst>
              <a:ext uri="{FF2B5EF4-FFF2-40B4-BE49-F238E27FC236}">
                <a16:creationId xmlns:a16="http://schemas.microsoft.com/office/drawing/2014/main" id="{5EB1C1EA-57C2-84A1-DFCA-F119992D100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ja-JP" altLang="en-US"/>
              <a:t>マスター タイトルの書式設定</a:t>
            </a:r>
          </a:p>
        </p:txBody>
      </p:sp>
      <p:sp>
        <p:nvSpPr>
          <p:cNvPr id="3" name="コンテンツ プレースホルダー 2">
            <a:extLst>
              <a:ext uri="{FF2B5EF4-FFF2-40B4-BE49-F238E27FC236}">
                <a16:creationId xmlns:a16="http://schemas.microsoft.com/office/drawing/2014/main" id="{B1878EB4-A3DA-5FAB-C49E-126DF9E9AE2B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kumimoji="1" lang="ja-JP" altLang="en-US"/>
              <a:t>マスター テキストの書式設定</a:t>
            </a:r>
          </a:p>
          <a:p>
            <a:pPr lvl="1"/>
            <a:r>
              <a:rPr kumimoji="1" lang="ja-JP" altLang="en-US"/>
              <a:t>第 </a:t>
            </a:r>
            <a:r>
              <a:rPr kumimoji="1" lang="en-US" altLang="ja-JP"/>
              <a:t>2 </a:t>
            </a:r>
            <a:r>
              <a:rPr kumimoji="1" lang="ja-JP" altLang="en-US"/>
              <a:t>レベル</a:t>
            </a:r>
          </a:p>
          <a:p>
            <a:pPr lvl="2"/>
            <a:r>
              <a:rPr kumimoji="1" lang="ja-JP" altLang="en-US"/>
              <a:t>第 </a:t>
            </a:r>
            <a:r>
              <a:rPr kumimoji="1" lang="en-US" altLang="ja-JP"/>
              <a:t>3 </a:t>
            </a:r>
            <a:r>
              <a:rPr kumimoji="1" lang="ja-JP" altLang="en-US"/>
              <a:t>レベル</a:t>
            </a:r>
          </a:p>
          <a:p>
            <a:pPr lvl="3"/>
            <a:r>
              <a:rPr kumimoji="1" lang="ja-JP" altLang="en-US"/>
              <a:t>第 </a:t>
            </a:r>
            <a:r>
              <a:rPr kumimoji="1" lang="en-US" altLang="ja-JP"/>
              <a:t>4 </a:t>
            </a:r>
            <a:r>
              <a:rPr kumimoji="1" lang="ja-JP" altLang="en-US"/>
              <a:t>レベル</a:t>
            </a:r>
          </a:p>
          <a:p>
            <a:pPr lvl="4"/>
            <a:r>
              <a:rPr kumimoji="1" lang="ja-JP" altLang="en-US"/>
              <a:t>第 </a:t>
            </a:r>
            <a:r>
              <a:rPr kumimoji="1" lang="en-US" altLang="ja-JP"/>
              <a:t>5 </a:t>
            </a:r>
            <a:r>
              <a:rPr kumimoji="1" lang="ja-JP" altLang="en-US"/>
              <a:t>レベル</a:t>
            </a:r>
          </a:p>
        </p:txBody>
      </p:sp>
      <p:sp>
        <p:nvSpPr>
          <p:cNvPr id="4" name="日付プレースホルダー 3">
            <a:extLst>
              <a:ext uri="{FF2B5EF4-FFF2-40B4-BE49-F238E27FC236}">
                <a16:creationId xmlns:a16="http://schemas.microsoft.com/office/drawing/2014/main" id="{2226619B-F938-5835-0D4D-598B273FC0E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E6F87BC-0081-4F99-A57D-231377A30AF7}" type="datetimeFigureOut">
              <a:rPr kumimoji="1" lang="ja-JP" altLang="en-US" smtClean="0"/>
              <a:t>2026/1/10</a:t>
            </a:fld>
            <a:endParaRPr kumimoji="1" lang="ja-JP" altLang="en-US"/>
          </a:p>
        </p:txBody>
      </p:sp>
      <p:sp>
        <p:nvSpPr>
          <p:cNvPr id="5" name="フッター プレースホルダー 4">
            <a:extLst>
              <a:ext uri="{FF2B5EF4-FFF2-40B4-BE49-F238E27FC236}">
                <a16:creationId xmlns:a16="http://schemas.microsoft.com/office/drawing/2014/main" id="{4A0AA3CF-ADCD-B664-05D3-9D8A9294DC2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6" name="スライド番号プレースホルダー 5">
            <a:extLst>
              <a:ext uri="{FF2B5EF4-FFF2-40B4-BE49-F238E27FC236}">
                <a16:creationId xmlns:a16="http://schemas.microsoft.com/office/drawing/2014/main" id="{3868530F-99E0-E714-810E-7C4223CA016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3283F9C-3DA2-4FB2-BAB8-7A015F10F484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2842900237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セクション見出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>
            <a:extLst>
              <a:ext uri="{FF2B5EF4-FFF2-40B4-BE49-F238E27FC236}">
                <a16:creationId xmlns:a16="http://schemas.microsoft.com/office/drawing/2014/main" id="{C16A6176-52EE-CEC9-5545-12CA3D3511B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kumimoji="1" lang="ja-JP" altLang="en-US"/>
              <a:t>マスター タイトルの書式設定</a:t>
            </a:r>
          </a:p>
        </p:txBody>
      </p:sp>
      <p:sp>
        <p:nvSpPr>
          <p:cNvPr id="3" name="テキスト プレースホルダー 2">
            <a:extLst>
              <a:ext uri="{FF2B5EF4-FFF2-40B4-BE49-F238E27FC236}">
                <a16:creationId xmlns:a16="http://schemas.microsoft.com/office/drawing/2014/main" id="{142FD1E4-C2A4-2741-C049-2EEBB12711CD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kumimoji="1" lang="ja-JP" altLang="en-US"/>
              <a:t>マスター テキストの書式設定</a:t>
            </a:r>
          </a:p>
        </p:txBody>
      </p:sp>
      <p:sp>
        <p:nvSpPr>
          <p:cNvPr id="4" name="日付プレースホルダー 3">
            <a:extLst>
              <a:ext uri="{FF2B5EF4-FFF2-40B4-BE49-F238E27FC236}">
                <a16:creationId xmlns:a16="http://schemas.microsoft.com/office/drawing/2014/main" id="{289ABDC9-1496-9E12-B9D7-82408E719F2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E6F87BC-0081-4F99-A57D-231377A30AF7}" type="datetimeFigureOut">
              <a:rPr kumimoji="1" lang="ja-JP" altLang="en-US" smtClean="0"/>
              <a:t>2026/1/10</a:t>
            </a:fld>
            <a:endParaRPr kumimoji="1" lang="ja-JP" altLang="en-US"/>
          </a:p>
        </p:txBody>
      </p:sp>
      <p:sp>
        <p:nvSpPr>
          <p:cNvPr id="5" name="フッター プレースホルダー 4">
            <a:extLst>
              <a:ext uri="{FF2B5EF4-FFF2-40B4-BE49-F238E27FC236}">
                <a16:creationId xmlns:a16="http://schemas.microsoft.com/office/drawing/2014/main" id="{53F1B7DC-DB2D-2DFF-6033-20570F7BFE5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6" name="スライド番号プレースホルダー 5">
            <a:extLst>
              <a:ext uri="{FF2B5EF4-FFF2-40B4-BE49-F238E27FC236}">
                <a16:creationId xmlns:a16="http://schemas.microsoft.com/office/drawing/2014/main" id="{3CA7937B-286F-8BCB-2571-43A8DE568E5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3283F9C-3DA2-4FB2-BAB8-7A015F10F484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2176652914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2 つのコンテンツ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>
            <a:extLst>
              <a:ext uri="{FF2B5EF4-FFF2-40B4-BE49-F238E27FC236}">
                <a16:creationId xmlns:a16="http://schemas.microsoft.com/office/drawing/2014/main" id="{BDE244E1-ADAA-EB2C-CB0A-16F36559BB8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ja-JP" altLang="en-US"/>
              <a:t>マスター タイトルの書式設定</a:t>
            </a:r>
          </a:p>
        </p:txBody>
      </p:sp>
      <p:sp>
        <p:nvSpPr>
          <p:cNvPr id="3" name="コンテンツ プレースホルダー 2">
            <a:extLst>
              <a:ext uri="{FF2B5EF4-FFF2-40B4-BE49-F238E27FC236}">
                <a16:creationId xmlns:a16="http://schemas.microsoft.com/office/drawing/2014/main" id="{9E62633D-C097-B7FE-0F73-05684C7F7394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kumimoji="1" lang="ja-JP" altLang="en-US"/>
              <a:t>マスター テキストの書式設定</a:t>
            </a:r>
          </a:p>
          <a:p>
            <a:pPr lvl="1"/>
            <a:r>
              <a:rPr kumimoji="1" lang="ja-JP" altLang="en-US"/>
              <a:t>第 </a:t>
            </a:r>
            <a:r>
              <a:rPr kumimoji="1" lang="en-US" altLang="ja-JP"/>
              <a:t>2 </a:t>
            </a:r>
            <a:r>
              <a:rPr kumimoji="1" lang="ja-JP" altLang="en-US"/>
              <a:t>レベル</a:t>
            </a:r>
          </a:p>
          <a:p>
            <a:pPr lvl="2"/>
            <a:r>
              <a:rPr kumimoji="1" lang="ja-JP" altLang="en-US"/>
              <a:t>第 </a:t>
            </a:r>
            <a:r>
              <a:rPr kumimoji="1" lang="en-US" altLang="ja-JP"/>
              <a:t>3 </a:t>
            </a:r>
            <a:r>
              <a:rPr kumimoji="1" lang="ja-JP" altLang="en-US"/>
              <a:t>レベル</a:t>
            </a:r>
          </a:p>
          <a:p>
            <a:pPr lvl="3"/>
            <a:r>
              <a:rPr kumimoji="1" lang="ja-JP" altLang="en-US"/>
              <a:t>第 </a:t>
            </a:r>
            <a:r>
              <a:rPr kumimoji="1" lang="en-US" altLang="ja-JP"/>
              <a:t>4 </a:t>
            </a:r>
            <a:r>
              <a:rPr kumimoji="1" lang="ja-JP" altLang="en-US"/>
              <a:t>レベル</a:t>
            </a:r>
          </a:p>
          <a:p>
            <a:pPr lvl="4"/>
            <a:r>
              <a:rPr kumimoji="1" lang="ja-JP" altLang="en-US"/>
              <a:t>第 </a:t>
            </a:r>
            <a:r>
              <a:rPr kumimoji="1" lang="en-US" altLang="ja-JP"/>
              <a:t>5 </a:t>
            </a:r>
            <a:r>
              <a:rPr kumimoji="1" lang="ja-JP" altLang="en-US"/>
              <a:t>レベル</a:t>
            </a:r>
          </a:p>
        </p:txBody>
      </p:sp>
      <p:sp>
        <p:nvSpPr>
          <p:cNvPr id="4" name="コンテンツ プレースホルダー 3">
            <a:extLst>
              <a:ext uri="{FF2B5EF4-FFF2-40B4-BE49-F238E27FC236}">
                <a16:creationId xmlns:a16="http://schemas.microsoft.com/office/drawing/2014/main" id="{1C7F9D78-9B0E-5962-00DB-D5B1FD36A2EA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kumimoji="1" lang="ja-JP" altLang="en-US"/>
              <a:t>マスター テキストの書式設定</a:t>
            </a:r>
          </a:p>
          <a:p>
            <a:pPr lvl="1"/>
            <a:r>
              <a:rPr kumimoji="1" lang="ja-JP" altLang="en-US"/>
              <a:t>第 </a:t>
            </a:r>
            <a:r>
              <a:rPr kumimoji="1" lang="en-US" altLang="ja-JP"/>
              <a:t>2 </a:t>
            </a:r>
            <a:r>
              <a:rPr kumimoji="1" lang="ja-JP" altLang="en-US"/>
              <a:t>レベル</a:t>
            </a:r>
          </a:p>
          <a:p>
            <a:pPr lvl="2"/>
            <a:r>
              <a:rPr kumimoji="1" lang="ja-JP" altLang="en-US"/>
              <a:t>第 </a:t>
            </a:r>
            <a:r>
              <a:rPr kumimoji="1" lang="en-US" altLang="ja-JP"/>
              <a:t>3 </a:t>
            </a:r>
            <a:r>
              <a:rPr kumimoji="1" lang="ja-JP" altLang="en-US"/>
              <a:t>レベル</a:t>
            </a:r>
          </a:p>
          <a:p>
            <a:pPr lvl="3"/>
            <a:r>
              <a:rPr kumimoji="1" lang="ja-JP" altLang="en-US"/>
              <a:t>第 </a:t>
            </a:r>
            <a:r>
              <a:rPr kumimoji="1" lang="en-US" altLang="ja-JP"/>
              <a:t>4 </a:t>
            </a:r>
            <a:r>
              <a:rPr kumimoji="1" lang="ja-JP" altLang="en-US"/>
              <a:t>レベル</a:t>
            </a:r>
          </a:p>
          <a:p>
            <a:pPr lvl="4"/>
            <a:r>
              <a:rPr kumimoji="1" lang="ja-JP" altLang="en-US"/>
              <a:t>第 </a:t>
            </a:r>
            <a:r>
              <a:rPr kumimoji="1" lang="en-US" altLang="ja-JP"/>
              <a:t>5 </a:t>
            </a:r>
            <a:r>
              <a:rPr kumimoji="1" lang="ja-JP" altLang="en-US"/>
              <a:t>レベル</a:t>
            </a:r>
          </a:p>
        </p:txBody>
      </p:sp>
      <p:sp>
        <p:nvSpPr>
          <p:cNvPr id="5" name="日付プレースホルダー 4">
            <a:extLst>
              <a:ext uri="{FF2B5EF4-FFF2-40B4-BE49-F238E27FC236}">
                <a16:creationId xmlns:a16="http://schemas.microsoft.com/office/drawing/2014/main" id="{6DD8E25B-9A73-F8FF-DDEB-6EFCE3B84FD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E6F87BC-0081-4F99-A57D-231377A30AF7}" type="datetimeFigureOut">
              <a:rPr kumimoji="1" lang="ja-JP" altLang="en-US" smtClean="0"/>
              <a:t>2026/1/10</a:t>
            </a:fld>
            <a:endParaRPr kumimoji="1" lang="ja-JP" altLang="en-US"/>
          </a:p>
        </p:txBody>
      </p:sp>
      <p:sp>
        <p:nvSpPr>
          <p:cNvPr id="6" name="フッター プレースホルダー 5">
            <a:extLst>
              <a:ext uri="{FF2B5EF4-FFF2-40B4-BE49-F238E27FC236}">
                <a16:creationId xmlns:a16="http://schemas.microsoft.com/office/drawing/2014/main" id="{6F7492C4-9292-1AE3-9B39-AD47E8BE786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7" name="スライド番号プレースホルダー 6">
            <a:extLst>
              <a:ext uri="{FF2B5EF4-FFF2-40B4-BE49-F238E27FC236}">
                <a16:creationId xmlns:a16="http://schemas.microsoft.com/office/drawing/2014/main" id="{A36EBB50-91C1-3EAA-EFD8-3B0B4A3FA12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3283F9C-3DA2-4FB2-BAB8-7A015F10F484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133283951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比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>
            <a:extLst>
              <a:ext uri="{FF2B5EF4-FFF2-40B4-BE49-F238E27FC236}">
                <a16:creationId xmlns:a16="http://schemas.microsoft.com/office/drawing/2014/main" id="{CF0142F7-5E57-8B98-DD11-72AE21D0A88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kumimoji="1" lang="ja-JP" altLang="en-US"/>
              <a:t>マスター タイトルの書式設定</a:t>
            </a:r>
          </a:p>
        </p:txBody>
      </p:sp>
      <p:sp>
        <p:nvSpPr>
          <p:cNvPr id="3" name="テキスト プレースホルダー 2">
            <a:extLst>
              <a:ext uri="{FF2B5EF4-FFF2-40B4-BE49-F238E27FC236}">
                <a16:creationId xmlns:a16="http://schemas.microsoft.com/office/drawing/2014/main" id="{82F57876-1F24-610D-4CB8-A55251E30209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kumimoji="1" lang="ja-JP" altLang="en-US"/>
              <a:t>マスター テキストの書式設定</a:t>
            </a:r>
          </a:p>
        </p:txBody>
      </p:sp>
      <p:sp>
        <p:nvSpPr>
          <p:cNvPr id="4" name="コンテンツ プレースホルダー 3">
            <a:extLst>
              <a:ext uri="{FF2B5EF4-FFF2-40B4-BE49-F238E27FC236}">
                <a16:creationId xmlns:a16="http://schemas.microsoft.com/office/drawing/2014/main" id="{683B351A-5CD1-0B96-6804-E61656695B5A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kumimoji="1" lang="ja-JP" altLang="en-US"/>
              <a:t>マスター テキストの書式設定</a:t>
            </a:r>
          </a:p>
          <a:p>
            <a:pPr lvl="1"/>
            <a:r>
              <a:rPr kumimoji="1" lang="ja-JP" altLang="en-US"/>
              <a:t>第 </a:t>
            </a:r>
            <a:r>
              <a:rPr kumimoji="1" lang="en-US" altLang="ja-JP"/>
              <a:t>2 </a:t>
            </a:r>
            <a:r>
              <a:rPr kumimoji="1" lang="ja-JP" altLang="en-US"/>
              <a:t>レベル</a:t>
            </a:r>
          </a:p>
          <a:p>
            <a:pPr lvl="2"/>
            <a:r>
              <a:rPr kumimoji="1" lang="ja-JP" altLang="en-US"/>
              <a:t>第 </a:t>
            </a:r>
            <a:r>
              <a:rPr kumimoji="1" lang="en-US" altLang="ja-JP"/>
              <a:t>3 </a:t>
            </a:r>
            <a:r>
              <a:rPr kumimoji="1" lang="ja-JP" altLang="en-US"/>
              <a:t>レベル</a:t>
            </a:r>
          </a:p>
          <a:p>
            <a:pPr lvl="3"/>
            <a:r>
              <a:rPr kumimoji="1" lang="ja-JP" altLang="en-US"/>
              <a:t>第 </a:t>
            </a:r>
            <a:r>
              <a:rPr kumimoji="1" lang="en-US" altLang="ja-JP"/>
              <a:t>4 </a:t>
            </a:r>
            <a:r>
              <a:rPr kumimoji="1" lang="ja-JP" altLang="en-US"/>
              <a:t>レベル</a:t>
            </a:r>
          </a:p>
          <a:p>
            <a:pPr lvl="4"/>
            <a:r>
              <a:rPr kumimoji="1" lang="ja-JP" altLang="en-US"/>
              <a:t>第 </a:t>
            </a:r>
            <a:r>
              <a:rPr kumimoji="1" lang="en-US" altLang="ja-JP"/>
              <a:t>5 </a:t>
            </a:r>
            <a:r>
              <a:rPr kumimoji="1" lang="ja-JP" altLang="en-US"/>
              <a:t>レベル</a:t>
            </a:r>
          </a:p>
        </p:txBody>
      </p:sp>
      <p:sp>
        <p:nvSpPr>
          <p:cNvPr id="5" name="テキスト プレースホルダー 4">
            <a:extLst>
              <a:ext uri="{FF2B5EF4-FFF2-40B4-BE49-F238E27FC236}">
                <a16:creationId xmlns:a16="http://schemas.microsoft.com/office/drawing/2014/main" id="{B85C5D06-5C04-2651-4E86-7B94C8A7AB2C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kumimoji="1" lang="ja-JP" altLang="en-US"/>
              <a:t>マスター テキストの書式設定</a:t>
            </a:r>
          </a:p>
        </p:txBody>
      </p:sp>
      <p:sp>
        <p:nvSpPr>
          <p:cNvPr id="6" name="コンテンツ プレースホルダー 5">
            <a:extLst>
              <a:ext uri="{FF2B5EF4-FFF2-40B4-BE49-F238E27FC236}">
                <a16:creationId xmlns:a16="http://schemas.microsoft.com/office/drawing/2014/main" id="{BFEED52D-1129-A45A-9F82-47F67EE79B46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kumimoji="1" lang="ja-JP" altLang="en-US"/>
              <a:t>マスター テキストの書式設定</a:t>
            </a:r>
          </a:p>
          <a:p>
            <a:pPr lvl="1"/>
            <a:r>
              <a:rPr kumimoji="1" lang="ja-JP" altLang="en-US"/>
              <a:t>第 </a:t>
            </a:r>
            <a:r>
              <a:rPr kumimoji="1" lang="en-US" altLang="ja-JP"/>
              <a:t>2 </a:t>
            </a:r>
            <a:r>
              <a:rPr kumimoji="1" lang="ja-JP" altLang="en-US"/>
              <a:t>レベル</a:t>
            </a:r>
          </a:p>
          <a:p>
            <a:pPr lvl="2"/>
            <a:r>
              <a:rPr kumimoji="1" lang="ja-JP" altLang="en-US"/>
              <a:t>第 </a:t>
            </a:r>
            <a:r>
              <a:rPr kumimoji="1" lang="en-US" altLang="ja-JP"/>
              <a:t>3 </a:t>
            </a:r>
            <a:r>
              <a:rPr kumimoji="1" lang="ja-JP" altLang="en-US"/>
              <a:t>レベル</a:t>
            </a:r>
          </a:p>
          <a:p>
            <a:pPr lvl="3"/>
            <a:r>
              <a:rPr kumimoji="1" lang="ja-JP" altLang="en-US"/>
              <a:t>第 </a:t>
            </a:r>
            <a:r>
              <a:rPr kumimoji="1" lang="en-US" altLang="ja-JP"/>
              <a:t>4 </a:t>
            </a:r>
            <a:r>
              <a:rPr kumimoji="1" lang="ja-JP" altLang="en-US"/>
              <a:t>レベル</a:t>
            </a:r>
          </a:p>
          <a:p>
            <a:pPr lvl="4"/>
            <a:r>
              <a:rPr kumimoji="1" lang="ja-JP" altLang="en-US"/>
              <a:t>第 </a:t>
            </a:r>
            <a:r>
              <a:rPr kumimoji="1" lang="en-US" altLang="ja-JP"/>
              <a:t>5 </a:t>
            </a:r>
            <a:r>
              <a:rPr kumimoji="1" lang="ja-JP" altLang="en-US"/>
              <a:t>レベル</a:t>
            </a:r>
          </a:p>
        </p:txBody>
      </p:sp>
      <p:sp>
        <p:nvSpPr>
          <p:cNvPr id="7" name="日付プレースホルダー 6">
            <a:extLst>
              <a:ext uri="{FF2B5EF4-FFF2-40B4-BE49-F238E27FC236}">
                <a16:creationId xmlns:a16="http://schemas.microsoft.com/office/drawing/2014/main" id="{A8239AB7-7AE7-2DC9-2E3A-014F1ADC024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E6F87BC-0081-4F99-A57D-231377A30AF7}" type="datetimeFigureOut">
              <a:rPr kumimoji="1" lang="ja-JP" altLang="en-US" smtClean="0"/>
              <a:t>2026/1/10</a:t>
            </a:fld>
            <a:endParaRPr kumimoji="1" lang="ja-JP" altLang="en-US"/>
          </a:p>
        </p:txBody>
      </p:sp>
      <p:sp>
        <p:nvSpPr>
          <p:cNvPr id="8" name="フッター プレースホルダー 7">
            <a:extLst>
              <a:ext uri="{FF2B5EF4-FFF2-40B4-BE49-F238E27FC236}">
                <a16:creationId xmlns:a16="http://schemas.microsoft.com/office/drawing/2014/main" id="{070F8283-394F-D7A5-94D9-DF54A06229E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9" name="スライド番号プレースホルダー 8">
            <a:extLst>
              <a:ext uri="{FF2B5EF4-FFF2-40B4-BE49-F238E27FC236}">
                <a16:creationId xmlns:a16="http://schemas.microsoft.com/office/drawing/2014/main" id="{1375BE28-EFD1-0B20-BCB3-F544E4E2BAD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3283F9C-3DA2-4FB2-BAB8-7A015F10F484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1410827169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タイトルのみ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>
            <a:extLst>
              <a:ext uri="{FF2B5EF4-FFF2-40B4-BE49-F238E27FC236}">
                <a16:creationId xmlns:a16="http://schemas.microsoft.com/office/drawing/2014/main" id="{2E33D20E-9665-A330-584E-2E34DFE8308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ja-JP" altLang="en-US"/>
              <a:t>マスター タイトルの書式設定</a:t>
            </a:r>
          </a:p>
        </p:txBody>
      </p:sp>
      <p:sp>
        <p:nvSpPr>
          <p:cNvPr id="3" name="日付プレースホルダー 2">
            <a:extLst>
              <a:ext uri="{FF2B5EF4-FFF2-40B4-BE49-F238E27FC236}">
                <a16:creationId xmlns:a16="http://schemas.microsoft.com/office/drawing/2014/main" id="{45FCFA16-39B7-D20D-5F5A-8C32D75E03D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E6F87BC-0081-4F99-A57D-231377A30AF7}" type="datetimeFigureOut">
              <a:rPr kumimoji="1" lang="ja-JP" altLang="en-US" smtClean="0"/>
              <a:t>2026/1/10</a:t>
            </a:fld>
            <a:endParaRPr kumimoji="1" lang="ja-JP" altLang="en-US"/>
          </a:p>
        </p:txBody>
      </p:sp>
      <p:sp>
        <p:nvSpPr>
          <p:cNvPr id="4" name="フッター プレースホルダー 3">
            <a:extLst>
              <a:ext uri="{FF2B5EF4-FFF2-40B4-BE49-F238E27FC236}">
                <a16:creationId xmlns:a16="http://schemas.microsoft.com/office/drawing/2014/main" id="{4486D743-00AC-E1F0-B507-E96AF039385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5" name="スライド番号プレースホルダー 4">
            <a:extLst>
              <a:ext uri="{FF2B5EF4-FFF2-40B4-BE49-F238E27FC236}">
                <a16:creationId xmlns:a16="http://schemas.microsoft.com/office/drawing/2014/main" id="{27EFA8C7-6921-3124-7CC3-9B1C9B95D7F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3283F9C-3DA2-4FB2-BAB8-7A015F10F484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1886324789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白紙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日付プレースホルダー 1">
            <a:extLst>
              <a:ext uri="{FF2B5EF4-FFF2-40B4-BE49-F238E27FC236}">
                <a16:creationId xmlns:a16="http://schemas.microsoft.com/office/drawing/2014/main" id="{21EC55C1-4DD6-122E-470F-808FDD6949B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E6F87BC-0081-4F99-A57D-231377A30AF7}" type="datetimeFigureOut">
              <a:rPr kumimoji="1" lang="ja-JP" altLang="en-US" smtClean="0"/>
              <a:t>2026/1/10</a:t>
            </a:fld>
            <a:endParaRPr kumimoji="1" lang="ja-JP" altLang="en-US"/>
          </a:p>
        </p:txBody>
      </p:sp>
      <p:sp>
        <p:nvSpPr>
          <p:cNvPr id="3" name="フッター プレースホルダー 2">
            <a:extLst>
              <a:ext uri="{FF2B5EF4-FFF2-40B4-BE49-F238E27FC236}">
                <a16:creationId xmlns:a16="http://schemas.microsoft.com/office/drawing/2014/main" id="{590020B9-4C83-3A16-6105-4FDFA7BDBD2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4" name="スライド番号プレースホルダー 3">
            <a:extLst>
              <a:ext uri="{FF2B5EF4-FFF2-40B4-BE49-F238E27FC236}">
                <a16:creationId xmlns:a16="http://schemas.microsoft.com/office/drawing/2014/main" id="{B53A1D01-3C40-AAFD-61B4-46819A9C338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3283F9C-3DA2-4FB2-BAB8-7A015F10F484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883712380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タイトル付きのコンテンツ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>
            <a:extLst>
              <a:ext uri="{FF2B5EF4-FFF2-40B4-BE49-F238E27FC236}">
                <a16:creationId xmlns:a16="http://schemas.microsoft.com/office/drawing/2014/main" id="{2C8ACC3A-A69C-D378-7B04-187FDF039E5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kumimoji="1" lang="ja-JP" altLang="en-US"/>
              <a:t>マスター タイトルの書式設定</a:t>
            </a:r>
          </a:p>
        </p:txBody>
      </p:sp>
      <p:sp>
        <p:nvSpPr>
          <p:cNvPr id="3" name="コンテンツ プレースホルダー 2">
            <a:extLst>
              <a:ext uri="{FF2B5EF4-FFF2-40B4-BE49-F238E27FC236}">
                <a16:creationId xmlns:a16="http://schemas.microsoft.com/office/drawing/2014/main" id="{BA87C737-36A4-F7DF-8563-6556403BA24C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kumimoji="1" lang="ja-JP" altLang="en-US"/>
              <a:t>マスター テキストの書式設定</a:t>
            </a:r>
          </a:p>
          <a:p>
            <a:pPr lvl="1"/>
            <a:r>
              <a:rPr kumimoji="1" lang="ja-JP" altLang="en-US"/>
              <a:t>第 </a:t>
            </a:r>
            <a:r>
              <a:rPr kumimoji="1" lang="en-US" altLang="ja-JP"/>
              <a:t>2 </a:t>
            </a:r>
            <a:r>
              <a:rPr kumimoji="1" lang="ja-JP" altLang="en-US"/>
              <a:t>レベル</a:t>
            </a:r>
          </a:p>
          <a:p>
            <a:pPr lvl="2"/>
            <a:r>
              <a:rPr kumimoji="1" lang="ja-JP" altLang="en-US"/>
              <a:t>第 </a:t>
            </a:r>
            <a:r>
              <a:rPr kumimoji="1" lang="en-US" altLang="ja-JP"/>
              <a:t>3 </a:t>
            </a:r>
            <a:r>
              <a:rPr kumimoji="1" lang="ja-JP" altLang="en-US"/>
              <a:t>レベル</a:t>
            </a:r>
          </a:p>
          <a:p>
            <a:pPr lvl="3"/>
            <a:r>
              <a:rPr kumimoji="1" lang="ja-JP" altLang="en-US"/>
              <a:t>第 </a:t>
            </a:r>
            <a:r>
              <a:rPr kumimoji="1" lang="en-US" altLang="ja-JP"/>
              <a:t>4 </a:t>
            </a:r>
            <a:r>
              <a:rPr kumimoji="1" lang="ja-JP" altLang="en-US"/>
              <a:t>レベル</a:t>
            </a:r>
          </a:p>
          <a:p>
            <a:pPr lvl="4"/>
            <a:r>
              <a:rPr kumimoji="1" lang="ja-JP" altLang="en-US"/>
              <a:t>第 </a:t>
            </a:r>
            <a:r>
              <a:rPr kumimoji="1" lang="en-US" altLang="ja-JP"/>
              <a:t>5 </a:t>
            </a:r>
            <a:r>
              <a:rPr kumimoji="1" lang="ja-JP" altLang="en-US"/>
              <a:t>レベル</a:t>
            </a:r>
          </a:p>
        </p:txBody>
      </p:sp>
      <p:sp>
        <p:nvSpPr>
          <p:cNvPr id="4" name="テキスト プレースホルダー 3">
            <a:extLst>
              <a:ext uri="{FF2B5EF4-FFF2-40B4-BE49-F238E27FC236}">
                <a16:creationId xmlns:a16="http://schemas.microsoft.com/office/drawing/2014/main" id="{EC40DFDD-F4CB-497D-79DA-D86826EDFC66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kumimoji="1" lang="ja-JP" altLang="en-US"/>
              <a:t>マスター テキストの書式設定</a:t>
            </a:r>
          </a:p>
        </p:txBody>
      </p:sp>
      <p:sp>
        <p:nvSpPr>
          <p:cNvPr id="5" name="日付プレースホルダー 4">
            <a:extLst>
              <a:ext uri="{FF2B5EF4-FFF2-40B4-BE49-F238E27FC236}">
                <a16:creationId xmlns:a16="http://schemas.microsoft.com/office/drawing/2014/main" id="{00352926-6075-CC8A-BFCE-ED607F86717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E6F87BC-0081-4F99-A57D-231377A30AF7}" type="datetimeFigureOut">
              <a:rPr kumimoji="1" lang="ja-JP" altLang="en-US" smtClean="0"/>
              <a:t>2026/1/10</a:t>
            </a:fld>
            <a:endParaRPr kumimoji="1" lang="ja-JP" altLang="en-US"/>
          </a:p>
        </p:txBody>
      </p:sp>
      <p:sp>
        <p:nvSpPr>
          <p:cNvPr id="6" name="フッター プレースホルダー 5">
            <a:extLst>
              <a:ext uri="{FF2B5EF4-FFF2-40B4-BE49-F238E27FC236}">
                <a16:creationId xmlns:a16="http://schemas.microsoft.com/office/drawing/2014/main" id="{5EFB058F-5BAF-7F10-7A0B-3E0B783FD78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7" name="スライド番号プレースホルダー 6">
            <a:extLst>
              <a:ext uri="{FF2B5EF4-FFF2-40B4-BE49-F238E27FC236}">
                <a16:creationId xmlns:a16="http://schemas.microsoft.com/office/drawing/2014/main" id="{19F58C48-C92D-D1C4-19E9-20E36BAF630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3283F9C-3DA2-4FB2-BAB8-7A015F10F484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2231658064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タイトル付きの図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>
            <a:extLst>
              <a:ext uri="{FF2B5EF4-FFF2-40B4-BE49-F238E27FC236}">
                <a16:creationId xmlns:a16="http://schemas.microsoft.com/office/drawing/2014/main" id="{AA74191B-9472-2406-1EDE-FCD4382676B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kumimoji="1" lang="ja-JP" altLang="en-US"/>
              <a:t>マスター タイトルの書式設定</a:t>
            </a:r>
          </a:p>
        </p:txBody>
      </p:sp>
      <p:sp>
        <p:nvSpPr>
          <p:cNvPr id="3" name="図プレースホルダー 2">
            <a:extLst>
              <a:ext uri="{FF2B5EF4-FFF2-40B4-BE49-F238E27FC236}">
                <a16:creationId xmlns:a16="http://schemas.microsoft.com/office/drawing/2014/main" id="{AC4E9A81-1FDE-EFDE-9BE4-F6A93C010640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kumimoji="1" lang="ja-JP" altLang="en-US"/>
          </a:p>
        </p:txBody>
      </p:sp>
      <p:sp>
        <p:nvSpPr>
          <p:cNvPr id="4" name="テキスト プレースホルダー 3">
            <a:extLst>
              <a:ext uri="{FF2B5EF4-FFF2-40B4-BE49-F238E27FC236}">
                <a16:creationId xmlns:a16="http://schemas.microsoft.com/office/drawing/2014/main" id="{5E77C521-0B10-ED50-5896-3B2C3D272E7B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kumimoji="1" lang="ja-JP" altLang="en-US"/>
              <a:t>マスター テキストの書式設定</a:t>
            </a:r>
          </a:p>
        </p:txBody>
      </p:sp>
      <p:sp>
        <p:nvSpPr>
          <p:cNvPr id="5" name="日付プレースホルダー 4">
            <a:extLst>
              <a:ext uri="{FF2B5EF4-FFF2-40B4-BE49-F238E27FC236}">
                <a16:creationId xmlns:a16="http://schemas.microsoft.com/office/drawing/2014/main" id="{066BA79C-BB5A-F341-1E0C-07F1F351BE7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E6F87BC-0081-4F99-A57D-231377A30AF7}" type="datetimeFigureOut">
              <a:rPr kumimoji="1" lang="ja-JP" altLang="en-US" smtClean="0"/>
              <a:t>2026/1/10</a:t>
            </a:fld>
            <a:endParaRPr kumimoji="1" lang="ja-JP" altLang="en-US"/>
          </a:p>
        </p:txBody>
      </p:sp>
      <p:sp>
        <p:nvSpPr>
          <p:cNvPr id="6" name="フッター プレースホルダー 5">
            <a:extLst>
              <a:ext uri="{FF2B5EF4-FFF2-40B4-BE49-F238E27FC236}">
                <a16:creationId xmlns:a16="http://schemas.microsoft.com/office/drawing/2014/main" id="{3FAD23DD-D0A8-BFDD-682F-D09E66AD65A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7" name="スライド番号プレースホルダー 6">
            <a:extLst>
              <a:ext uri="{FF2B5EF4-FFF2-40B4-BE49-F238E27FC236}">
                <a16:creationId xmlns:a16="http://schemas.microsoft.com/office/drawing/2014/main" id="{7D63E976-EB51-9892-252D-63CA7107A87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3283F9C-3DA2-4FB2-BAB8-7A015F10F484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4161672488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タイトルと縦書きテキスト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>
            <a:extLst>
              <a:ext uri="{FF2B5EF4-FFF2-40B4-BE49-F238E27FC236}">
                <a16:creationId xmlns:a16="http://schemas.microsoft.com/office/drawing/2014/main" id="{071DFE72-59C5-C7D8-FD8C-23BFC9DDF8B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ja-JP" altLang="en-US"/>
              <a:t>マスター タイトルの書式設定</a:t>
            </a:r>
          </a:p>
        </p:txBody>
      </p:sp>
      <p:sp>
        <p:nvSpPr>
          <p:cNvPr id="3" name="縦書きテキスト プレースホルダー 2">
            <a:extLst>
              <a:ext uri="{FF2B5EF4-FFF2-40B4-BE49-F238E27FC236}">
                <a16:creationId xmlns:a16="http://schemas.microsoft.com/office/drawing/2014/main" id="{3CCFB5D6-B936-A688-D771-CB33AEA23DD9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kumimoji="1" lang="ja-JP" altLang="en-US"/>
              <a:t>マスター テキストの書式設定</a:t>
            </a:r>
          </a:p>
          <a:p>
            <a:pPr lvl="1"/>
            <a:r>
              <a:rPr kumimoji="1" lang="ja-JP" altLang="en-US"/>
              <a:t>第 </a:t>
            </a:r>
            <a:r>
              <a:rPr kumimoji="1" lang="en-US" altLang="ja-JP"/>
              <a:t>2 </a:t>
            </a:r>
            <a:r>
              <a:rPr kumimoji="1" lang="ja-JP" altLang="en-US"/>
              <a:t>レベル</a:t>
            </a:r>
          </a:p>
          <a:p>
            <a:pPr lvl="2"/>
            <a:r>
              <a:rPr kumimoji="1" lang="ja-JP" altLang="en-US"/>
              <a:t>第 </a:t>
            </a:r>
            <a:r>
              <a:rPr kumimoji="1" lang="en-US" altLang="ja-JP"/>
              <a:t>3 </a:t>
            </a:r>
            <a:r>
              <a:rPr kumimoji="1" lang="ja-JP" altLang="en-US"/>
              <a:t>レベル</a:t>
            </a:r>
          </a:p>
          <a:p>
            <a:pPr lvl="3"/>
            <a:r>
              <a:rPr kumimoji="1" lang="ja-JP" altLang="en-US"/>
              <a:t>第 </a:t>
            </a:r>
            <a:r>
              <a:rPr kumimoji="1" lang="en-US" altLang="ja-JP"/>
              <a:t>4 </a:t>
            </a:r>
            <a:r>
              <a:rPr kumimoji="1" lang="ja-JP" altLang="en-US"/>
              <a:t>レベル</a:t>
            </a:r>
          </a:p>
          <a:p>
            <a:pPr lvl="4"/>
            <a:r>
              <a:rPr kumimoji="1" lang="ja-JP" altLang="en-US"/>
              <a:t>第 </a:t>
            </a:r>
            <a:r>
              <a:rPr kumimoji="1" lang="en-US" altLang="ja-JP"/>
              <a:t>5 </a:t>
            </a:r>
            <a:r>
              <a:rPr kumimoji="1" lang="ja-JP" altLang="en-US"/>
              <a:t>レベル</a:t>
            </a:r>
          </a:p>
        </p:txBody>
      </p:sp>
      <p:sp>
        <p:nvSpPr>
          <p:cNvPr id="4" name="日付プレースホルダー 3">
            <a:extLst>
              <a:ext uri="{FF2B5EF4-FFF2-40B4-BE49-F238E27FC236}">
                <a16:creationId xmlns:a16="http://schemas.microsoft.com/office/drawing/2014/main" id="{997341EF-BE08-B434-F4C5-9CD64EFEB1A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E6F87BC-0081-4F99-A57D-231377A30AF7}" type="datetimeFigureOut">
              <a:rPr kumimoji="1" lang="ja-JP" altLang="en-US" smtClean="0"/>
              <a:t>2026/1/10</a:t>
            </a:fld>
            <a:endParaRPr kumimoji="1" lang="ja-JP" altLang="en-US"/>
          </a:p>
        </p:txBody>
      </p:sp>
      <p:sp>
        <p:nvSpPr>
          <p:cNvPr id="5" name="フッター プレースホルダー 4">
            <a:extLst>
              <a:ext uri="{FF2B5EF4-FFF2-40B4-BE49-F238E27FC236}">
                <a16:creationId xmlns:a16="http://schemas.microsoft.com/office/drawing/2014/main" id="{07D3BF62-24F0-D7C8-D321-73BA4C62118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6" name="スライド番号プレースホルダー 5">
            <a:extLst>
              <a:ext uri="{FF2B5EF4-FFF2-40B4-BE49-F238E27FC236}">
                <a16:creationId xmlns:a16="http://schemas.microsoft.com/office/drawing/2014/main" id="{6C5808C0-1143-B555-0C51-21C52BC1CEE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3283F9C-3DA2-4FB2-BAB8-7A015F10F484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135923986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縦書きタイトルと&#10;縦書きテキスト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縦書きタイトル 1">
            <a:extLst>
              <a:ext uri="{FF2B5EF4-FFF2-40B4-BE49-F238E27FC236}">
                <a16:creationId xmlns:a16="http://schemas.microsoft.com/office/drawing/2014/main" id="{B4E20433-1ABC-15DF-B859-E0998C396A74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kumimoji="1" lang="ja-JP" altLang="en-US"/>
              <a:t>マスター タイトルの書式設定</a:t>
            </a:r>
          </a:p>
        </p:txBody>
      </p:sp>
      <p:sp>
        <p:nvSpPr>
          <p:cNvPr id="3" name="縦書きテキスト プレースホルダー 2">
            <a:extLst>
              <a:ext uri="{FF2B5EF4-FFF2-40B4-BE49-F238E27FC236}">
                <a16:creationId xmlns:a16="http://schemas.microsoft.com/office/drawing/2014/main" id="{79DF4E65-308E-AA30-405F-1D30F19D9A37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kumimoji="1" lang="ja-JP" altLang="en-US"/>
              <a:t>マスター テキストの書式設定</a:t>
            </a:r>
          </a:p>
          <a:p>
            <a:pPr lvl="1"/>
            <a:r>
              <a:rPr kumimoji="1" lang="ja-JP" altLang="en-US"/>
              <a:t>第 </a:t>
            </a:r>
            <a:r>
              <a:rPr kumimoji="1" lang="en-US" altLang="ja-JP"/>
              <a:t>2 </a:t>
            </a:r>
            <a:r>
              <a:rPr kumimoji="1" lang="ja-JP" altLang="en-US"/>
              <a:t>レベル</a:t>
            </a:r>
          </a:p>
          <a:p>
            <a:pPr lvl="2"/>
            <a:r>
              <a:rPr kumimoji="1" lang="ja-JP" altLang="en-US"/>
              <a:t>第 </a:t>
            </a:r>
            <a:r>
              <a:rPr kumimoji="1" lang="en-US" altLang="ja-JP"/>
              <a:t>3 </a:t>
            </a:r>
            <a:r>
              <a:rPr kumimoji="1" lang="ja-JP" altLang="en-US"/>
              <a:t>レベル</a:t>
            </a:r>
          </a:p>
          <a:p>
            <a:pPr lvl="3"/>
            <a:r>
              <a:rPr kumimoji="1" lang="ja-JP" altLang="en-US"/>
              <a:t>第 </a:t>
            </a:r>
            <a:r>
              <a:rPr kumimoji="1" lang="en-US" altLang="ja-JP"/>
              <a:t>4 </a:t>
            </a:r>
            <a:r>
              <a:rPr kumimoji="1" lang="ja-JP" altLang="en-US"/>
              <a:t>レベル</a:t>
            </a:r>
          </a:p>
          <a:p>
            <a:pPr lvl="4"/>
            <a:r>
              <a:rPr kumimoji="1" lang="ja-JP" altLang="en-US"/>
              <a:t>第 </a:t>
            </a:r>
            <a:r>
              <a:rPr kumimoji="1" lang="en-US" altLang="ja-JP"/>
              <a:t>5 </a:t>
            </a:r>
            <a:r>
              <a:rPr kumimoji="1" lang="ja-JP" altLang="en-US"/>
              <a:t>レベル</a:t>
            </a:r>
          </a:p>
        </p:txBody>
      </p:sp>
      <p:sp>
        <p:nvSpPr>
          <p:cNvPr id="4" name="日付プレースホルダー 3">
            <a:extLst>
              <a:ext uri="{FF2B5EF4-FFF2-40B4-BE49-F238E27FC236}">
                <a16:creationId xmlns:a16="http://schemas.microsoft.com/office/drawing/2014/main" id="{D8E80A4C-FBDF-EAA8-ED62-F48C984683A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E6F87BC-0081-4F99-A57D-231377A30AF7}" type="datetimeFigureOut">
              <a:rPr kumimoji="1" lang="ja-JP" altLang="en-US" smtClean="0"/>
              <a:t>2026/1/10</a:t>
            </a:fld>
            <a:endParaRPr kumimoji="1" lang="ja-JP" altLang="en-US"/>
          </a:p>
        </p:txBody>
      </p:sp>
      <p:sp>
        <p:nvSpPr>
          <p:cNvPr id="5" name="フッター プレースホルダー 4">
            <a:extLst>
              <a:ext uri="{FF2B5EF4-FFF2-40B4-BE49-F238E27FC236}">
                <a16:creationId xmlns:a16="http://schemas.microsoft.com/office/drawing/2014/main" id="{99D373C1-18CB-D816-4413-6439F9468E0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6" name="スライド番号プレースホルダー 5">
            <a:extLst>
              <a:ext uri="{FF2B5EF4-FFF2-40B4-BE49-F238E27FC236}">
                <a16:creationId xmlns:a16="http://schemas.microsoft.com/office/drawing/2014/main" id="{918708E0-6DEF-A50F-C0A0-01A446CACEC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3283F9C-3DA2-4FB2-BAB8-7A015F10F484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565088550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プレースホルダー 1">
            <a:extLst>
              <a:ext uri="{FF2B5EF4-FFF2-40B4-BE49-F238E27FC236}">
                <a16:creationId xmlns:a16="http://schemas.microsoft.com/office/drawing/2014/main" id="{B6648DDF-880A-9267-4C4C-DBFC9F4CA76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kumimoji="1" lang="ja-JP" altLang="en-US"/>
              <a:t>マスター タイトルの書式設定</a:t>
            </a:r>
          </a:p>
        </p:txBody>
      </p:sp>
      <p:sp>
        <p:nvSpPr>
          <p:cNvPr id="3" name="テキスト プレースホルダー 2">
            <a:extLst>
              <a:ext uri="{FF2B5EF4-FFF2-40B4-BE49-F238E27FC236}">
                <a16:creationId xmlns:a16="http://schemas.microsoft.com/office/drawing/2014/main" id="{CCF6F460-8CF0-2E3E-5B76-49E1AD614593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kumimoji="1" lang="ja-JP" altLang="en-US"/>
              <a:t>マスター テキストの書式設定</a:t>
            </a:r>
          </a:p>
          <a:p>
            <a:pPr lvl="1"/>
            <a:r>
              <a:rPr kumimoji="1" lang="ja-JP" altLang="en-US"/>
              <a:t>第 </a:t>
            </a:r>
            <a:r>
              <a:rPr kumimoji="1" lang="en-US" altLang="ja-JP"/>
              <a:t>2 </a:t>
            </a:r>
            <a:r>
              <a:rPr kumimoji="1" lang="ja-JP" altLang="en-US"/>
              <a:t>レベル</a:t>
            </a:r>
          </a:p>
          <a:p>
            <a:pPr lvl="2"/>
            <a:r>
              <a:rPr kumimoji="1" lang="ja-JP" altLang="en-US"/>
              <a:t>第 </a:t>
            </a:r>
            <a:r>
              <a:rPr kumimoji="1" lang="en-US" altLang="ja-JP"/>
              <a:t>3 </a:t>
            </a:r>
            <a:r>
              <a:rPr kumimoji="1" lang="ja-JP" altLang="en-US"/>
              <a:t>レベル</a:t>
            </a:r>
          </a:p>
          <a:p>
            <a:pPr lvl="3"/>
            <a:r>
              <a:rPr kumimoji="1" lang="ja-JP" altLang="en-US"/>
              <a:t>第 </a:t>
            </a:r>
            <a:r>
              <a:rPr kumimoji="1" lang="en-US" altLang="ja-JP"/>
              <a:t>4 </a:t>
            </a:r>
            <a:r>
              <a:rPr kumimoji="1" lang="ja-JP" altLang="en-US"/>
              <a:t>レベル</a:t>
            </a:r>
          </a:p>
          <a:p>
            <a:pPr lvl="4"/>
            <a:r>
              <a:rPr kumimoji="1" lang="ja-JP" altLang="en-US"/>
              <a:t>第 </a:t>
            </a:r>
            <a:r>
              <a:rPr kumimoji="1" lang="en-US" altLang="ja-JP"/>
              <a:t>5 </a:t>
            </a:r>
            <a:r>
              <a:rPr kumimoji="1" lang="ja-JP" altLang="en-US"/>
              <a:t>レベル</a:t>
            </a:r>
          </a:p>
        </p:txBody>
      </p:sp>
      <p:sp>
        <p:nvSpPr>
          <p:cNvPr id="4" name="日付プレースホルダー 3">
            <a:extLst>
              <a:ext uri="{FF2B5EF4-FFF2-40B4-BE49-F238E27FC236}">
                <a16:creationId xmlns:a16="http://schemas.microsoft.com/office/drawing/2014/main" id="{45D3D93B-9C59-647F-BDDF-6B400093BBC1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2E6F87BC-0081-4F99-A57D-231377A30AF7}" type="datetimeFigureOut">
              <a:rPr kumimoji="1" lang="ja-JP" altLang="en-US" smtClean="0"/>
              <a:t>2026/1/10</a:t>
            </a:fld>
            <a:endParaRPr kumimoji="1" lang="ja-JP" altLang="en-US"/>
          </a:p>
        </p:txBody>
      </p:sp>
      <p:sp>
        <p:nvSpPr>
          <p:cNvPr id="5" name="フッター プレースホルダー 4">
            <a:extLst>
              <a:ext uri="{FF2B5EF4-FFF2-40B4-BE49-F238E27FC236}">
                <a16:creationId xmlns:a16="http://schemas.microsoft.com/office/drawing/2014/main" id="{4FFA41AF-22AB-9408-D305-AEAD54AC4BD1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kumimoji="1" lang="ja-JP" altLang="en-US"/>
          </a:p>
        </p:txBody>
      </p:sp>
      <p:sp>
        <p:nvSpPr>
          <p:cNvPr id="6" name="スライド番号プレースホルダー 5">
            <a:extLst>
              <a:ext uri="{FF2B5EF4-FFF2-40B4-BE49-F238E27FC236}">
                <a16:creationId xmlns:a16="http://schemas.microsoft.com/office/drawing/2014/main" id="{74A77BD5-9C63-DE42-D1C7-3EFDD87B3432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A3283F9C-3DA2-4FB2-BAB8-7A015F10F484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3035175261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kumimoji="1"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kumimoji="1"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kumimoji="1"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kumimoji="1"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ja-JP"/>
      </a:defPPr>
      <a:lvl1pPr marL="0" algn="l" defTabSz="9144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テキスト ボックス 1">
            <a:extLst>
              <a:ext uri="{FF2B5EF4-FFF2-40B4-BE49-F238E27FC236}">
                <a16:creationId xmlns:a16="http://schemas.microsoft.com/office/drawing/2014/main" id="{C1A33C31-C189-B7D6-8F5E-730C89691912}"/>
              </a:ext>
            </a:extLst>
          </p:cNvPr>
          <p:cNvSpPr txBox="1"/>
          <p:nvPr/>
        </p:nvSpPr>
        <p:spPr>
          <a:xfrm>
            <a:off x="1295400" y="2857500"/>
            <a:ext cx="10020692" cy="178510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ja-JP" altLang="en-US" sz="3600" b="1" dirty="0"/>
              <a:t>セキュリティ研修教材</a:t>
            </a:r>
            <a:r>
              <a:rPr lang="en-US" altLang="ja-JP" sz="3600" b="1" dirty="0"/>
              <a:t>:</a:t>
            </a:r>
            <a:r>
              <a:rPr lang="ja-JP" altLang="en-US" sz="3600" b="1" dirty="0"/>
              <a:t>メール判定トレーニング</a:t>
            </a:r>
          </a:p>
          <a:p>
            <a:r>
              <a:rPr lang="ja-JP" altLang="en-US" sz="2800" dirty="0"/>
              <a:t>　　実践的なセキュリティ研修トレーニングです。</a:t>
            </a:r>
            <a:endParaRPr lang="en-US" altLang="ja-JP" sz="2800" dirty="0"/>
          </a:p>
          <a:p>
            <a:r>
              <a:rPr lang="ja-JP" altLang="en-US" sz="2800" dirty="0"/>
              <a:t>　　怪しいメールとそうでないメールを見極めましょう。</a:t>
            </a:r>
          </a:p>
          <a:p>
            <a:endParaRPr kumimoji="1" lang="ja-JP" altLang="en-US" b="1" dirty="0"/>
          </a:p>
        </p:txBody>
      </p:sp>
    </p:spTree>
    <p:extLst>
      <p:ext uri="{BB962C8B-B14F-4D97-AF65-F5344CB8AC3E}">
        <p14:creationId xmlns:p14="http://schemas.microsoft.com/office/powerpoint/2010/main" val="1269296135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テキスト ボックス 1">
            <a:extLst>
              <a:ext uri="{FF2B5EF4-FFF2-40B4-BE49-F238E27FC236}">
                <a16:creationId xmlns:a16="http://schemas.microsoft.com/office/drawing/2014/main" id="{D6E3709F-DABB-7BA9-B240-5D50D49DC382}"/>
              </a:ext>
            </a:extLst>
          </p:cNvPr>
          <p:cNvSpPr txBox="1"/>
          <p:nvPr/>
        </p:nvSpPr>
        <p:spPr>
          <a:xfrm>
            <a:off x="571500" y="279400"/>
            <a:ext cx="11000127" cy="612475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ja-JP" altLang="en-US" sz="2800" dirty="0"/>
              <a:t>件名</a:t>
            </a:r>
            <a:r>
              <a:rPr lang="en-US" altLang="ja-JP" sz="2800" dirty="0"/>
              <a:t>:【</a:t>
            </a:r>
            <a:r>
              <a:rPr lang="ja-JP" altLang="en-US" sz="2800" dirty="0"/>
              <a:t>重要</a:t>
            </a:r>
            <a:r>
              <a:rPr lang="en-US" altLang="ja-JP" sz="2800" dirty="0"/>
              <a:t>】</a:t>
            </a:r>
            <a:r>
              <a:rPr lang="ja-JP" altLang="en-US" sz="2800" dirty="0"/>
              <a:t>経費精算システムの更新について</a:t>
            </a:r>
          </a:p>
          <a:p>
            <a:endParaRPr lang="ja-JP" altLang="en-US" sz="2800" dirty="0"/>
          </a:p>
          <a:p>
            <a:r>
              <a:rPr lang="ja-JP" altLang="en-US" sz="2800" dirty="0"/>
              <a:t>差出人</a:t>
            </a:r>
            <a:r>
              <a:rPr lang="en-US" altLang="ja-JP" sz="2800" dirty="0"/>
              <a:t>:</a:t>
            </a:r>
            <a:r>
              <a:rPr lang="ja-JP" altLang="en-US" sz="2800" dirty="0"/>
              <a:t>総務部 </a:t>
            </a:r>
            <a:r>
              <a:rPr lang="en-US" altLang="ja-JP" sz="2800" dirty="0"/>
              <a:t>&lt;info@ifui-co.jp&gt;</a:t>
            </a:r>
          </a:p>
          <a:p>
            <a:endParaRPr lang="en-US" altLang="ja-JP" sz="2800" dirty="0"/>
          </a:p>
          <a:p>
            <a:r>
              <a:rPr lang="ja-JP" altLang="en-US" sz="2800" dirty="0"/>
              <a:t>社員各位</a:t>
            </a:r>
          </a:p>
          <a:p>
            <a:endParaRPr lang="ja-JP" altLang="en-US" sz="2800" dirty="0"/>
          </a:p>
          <a:p>
            <a:r>
              <a:rPr lang="ja-JP" altLang="en-US" sz="2800" dirty="0"/>
              <a:t>経費精算システムのセキュリティアップデートを実施します。</a:t>
            </a:r>
          </a:p>
          <a:p>
            <a:r>
              <a:rPr lang="ja-JP" altLang="en-US" sz="2800" dirty="0"/>
              <a:t>下記</a:t>
            </a:r>
            <a:r>
              <a:rPr lang="en-US" altLang="ja-JP" sz="2800" dirty="0"/>
              <a:t>URL</a:t>
            </a:r>
            <a:r>
              <a:rPr lang="ja-JP" altLang="en-US" sz="2800" dirty="0"/>
              <a:t>より</a:t>
            </a:r>
            <a:r>
              <a:rPr lang="en-US" altLang="ja-JP" sz="2800" dirty="0"/>
              <a:t>12</a:t>
            </a:r>
            <a:r>
              <a:rPr lang="ja-JP" altLang="en-US" sz="2800" dirty="0"/>
              <a:t>時間以内にログイン情報の再登録をお願いします。</a:t>
            </a:r>
          </a:p>
          <a:p>
            <a:endParaRPr lang="ja-JP" altLang="en-US" sz="2800" dirty="0"/>
          </a:p>
          <a:p>
            <a:r>
              <a:rPr lang="en-US" altLang="ja-JP" sz="2800" dirty="0"/>
              <a:t>https://ifui-co-update.com/login</a:t>
            </a:r>
          </a:p>
          <a:p>
            <a:endParaRPr lang="en-US" altLang="ja-JP" sz="2800" dirty="0"/>
          </a:p>
          <a:p>
            <a:r>
              <a:rPr lang="ja-JP" altLang="en-US" sz="2800" dirty="0"/>
              <a:t>期限を過ぎるとアカウントが停止されます。</a:t>
            </a:r>
          </a:p>
          <a:p>
            <a:endParaRPr lang="ja-JP" altLang="en-US" sz="2800" dirty="0"/>
          </a:p>
          <a:p>
            <a:r>
              <a:rPr lang="ja-JP" altLang="en-US" sz="2800" dirty="0"/>
              <a:t>総務部</a:t>
            </a:r>
            <a:endParaRPr kumimoji="1" lang="ja-JP" altLang="en-US" sz="2800" dirty="0"/>
          </a:p>
        </p:txBody>
      </p:sp>
    </p:spTree>
    <p:extLst>
      <p:ext uri="{BB962C8B-B14F-4D97-AF65-F5344CB8AC3E}">
        <p14:creationId xmlns:p14="http://schemas.microsoft.com/office/powerpoint/2010/main" val="3866447755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テキスト ボックス 1">
            <a:extLst>
              <a:ext uri="{FF2B5EF4-FFF2-40B4-BE49-F238E27FC236}">
                <a16:creationId xmlns:a16="http://schemas.microsoft.com/office/drawing/2014/main" id="{BA92211C-35A8-F09C-58C0-5C9DA567B4CC}"/>
              </a:ext>
            </a:extLst>
          </p:cNvPr>
          <p:cNvSpPr txBox="1"/>
          <p:nvPr/>
        </p:nvSpPr>
        <p:spPr>
          <a:xfrm>
            <a:off x="342900" y="292100"/>
            <a:ext cx="11544300" cy="61247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ja-JP" sz="2800" dirty="0"/>
              <a:t>A</a:t>
            </a:r>
            <a:r>
              <a:rPr lang="ja-JP" altLang="en-US" sz="2800" dirty="0"/>
              <a:t>タイプ</a:t>
            </a:r>
            <a:r>
              <a:rPr lang="en-US" altLang="ja-JP" sz="2800" dirty="0"/>
              <a:t>:</a:t>
            </a:r>
            <a:r>
              <a:rPr lang="ja-JP" altLang="en-US" sz="2800" dirty="0"/>
              <a:t>ドメインなりすまし型</a:t>
            </a:r>
            <a:endParaRPr lang="en-US" altLang="ja-JP" sz="2800" dirty="0"/>
          </a:p>
          <a:p>
            <a:endParaRPr kumimoji="1" lang="en-US" altLang="ja-JP" sz="2800" dirty="0"/>
          </a:p>
          <a:p>
            <a:r>
              <a:rPr lang="ja-JP" altLang="en-US" sz="2800" b="1" dirty="0"/>
              <a:t>✅ 回答</a:t>
            </a:r>
            <a:r>
              <a:rPr lang="en-US" altLang="ja-JP" sz="2800" b="1" dirty="0"/>
              <a:t>:</a:t>
            </a:r>
            <a:r>
              <a:rPr lang="ja-JP" altLang="en-US" sz="2800" b="1" dirty="0"/>
              <a:t>怪しいメール</a:t>
            </a:r>
          </a:p>
          <a:p>
            <a:endParaRPr lang="en-US" altLang="ja-JP" sz="2800" b="1" dirty="0"/>
          </a:p>
          <a:p>
            <a:r>
              <a:rPr lang="ja-JP" altLang="en-US" sz="2800" b="1" dirty="0"/>
              <a:t>📝 ポイント</a:t>
            </a:r>
            <a:endParaRPr lang="en-US" altLang="ja-JP" sz="2800" b="1" dirty="0"/>
          </a:p>
          <a:p>
            <a:r>
              <a:rPr lang="ja-JP" altLang="en-US" sz="2800" b="1" dirty="0"/>
              <a:t>・ドメインの微妙な違い</a:t>
            </a:r>
            <a:endParaRPr lang="en-US" altLang="ja-JP" sz="2800" b="1" dirty="0"/>
          </a:p>
          <a:p>
            <a:r>
              <a:rPr lang="ja-JP" altLang="en-US" sz="2800" b="1" dirty="0"/>
              <a:t>　</a:t>
            </a:r>
            <a:r>
              <a:rPr lang="en-US" altLang="ja-JP" sz="2800" dirty="0"/>
              <a:t>ifui.co.jp</a:t>
            </a:r>
            <a:r>
              <a:rPr lang="ja-JP" altLang="en-US" sz="2800" dirty="0"/>
              <a:t> が正しいのに </a:t>
            </a:r>
            <a:r>
              <a:rPr lang="en-US" altLang="ja-JP" sz="2800" dirty="0"/>
              <a:t>ifui-co.jp</a:t>
            </a:r>
            <a:r>
              <a:rPr lang="ja-JP" altLang="en-US" sz="2800" dirty="0"/>
              <a:t> になっている</a:t>
            </a:r>
            <a:r>
              <a:rPr lang="en-US" altLang="ja-JP" sz="2800" dirty="0"/>
              <a:t>(</a:t>
            </a:r>
            <a:r>
              <a:rPr lang="ja-JP" altLang="en-US" sz="2800" dirty="0"/>
              <a:t>ハイフンの位置</a:t>
            </a:r>
            <a:r>
              <a:rPr lang="en-US" altLang="ja-JP" sz="2800" dirty="0"/>
              <a:t>)</a:t>
            </a:r>
          </a:p>
          <a:p>
            <a:r>
              <a:rPr lang="ja-JP" altLang="en-US" sz="2800" b="1" dirty="0"/>
              <a:t>・緊急性を煽る表現</a:t>
            </a:r>
            <a:endParaRPr lang="en-US" altLang="ja-JP" sz="2800" b="1" dirty="0"/>
          </a:p>
          <a:p>
            <a:r>
              <a:rPr lang="ja-JP" altLang="en-US" sz="2800" b="1" dirty="0"/>
              <a:t>　</a:t>
            </a:r>
            <a:r>
              <a:rPr lang="ja-JP" altLang="en-US" sz="2800" dirty="0"/>
              <a:t>「</a:t>
            </a:r>
            <a:r>
              <a:rPr lang="en-US" altLang="ja-JP" sz="2800" dirty="0"/>
              <a:t>12</a:t>
            </a:r>
            <a:r>
              <a:rPr lang="ja-JP" altLang="en-US" sz="2800" dirty="0"/>
              <a:t>時間以内」「アカウント停止」などで冷静な判断を妨げる</a:t>
            </a:r>
          </a:p>
          <a:p>
            <a:r>
              <a:rPr lang="ja-JP" altLang="en-US" sz="2800" b="1" dirty="0"/>
              <a:t>・外部</a:t>
            </a:r>
            <a:r>
              <a:rPr lang="en-US" altLang="ja-JP" sz="2800" b="1" dirty="0"/>
              <a:t>URL</a:t>
            </a:r>
            <a:r>
              <a:rPr lang="ja-JP" altLang="en-US" sz="2800" b="1" dirty="0"/>
              <a:t>への誘導</a:t>
            </a:r>
            <a:endParaRPr lang="en-US" altLang="ja-JP" sz="2800" b="1" dirty="0"/>
          </a:p>
          <a:p>
            <a:r>
              <a:rPr lang="ja-JP" altLang="en-US" sz="2800" b="1" dirty="0"/>
              <a:t>　</a:t>
            </a:r>
            <a:r>
              <a:rPr lang="ja-JP" altLang="en-US" sz="2800" dirty="0"/>
              <a:t>正規ドメイン以外のサイトへ誘導</a:t>
            </a:r>
          </a:p>
          <a:p>
            <a:r>
              <a:rPr lang="ja-JP" altLang="en-US" sz="2800" b="1" dirty="0"/>
              <a:t>・確認方法</a:t>
            </a:r>
            <a:endParaRPr lang="en-US" altLang="ja-JP" sz="2800" b="1" dirty="0"/>
          </a:p>
          <a:p>
            <a:r>
              <a:rPr lang="ja-JP" altLang="en-US" sz="2800" b="1" dirty="0"/>
              <a:t>　</a:t>
            </a:r>
            <a:r>
              <a:rPr lang="ja-JP" altLang="en-US" sz="2800" dirty="0"/>
              <a:t>メールアドレスを完全に表示して、ドメイン部分</a:t>
            </a:r>
            <a:r>
              <a:rPr lang="en-US" altLang="ja-JP" sz="2800" dirty="0"/>
              <a:t>(@</a:t>
            </a:r>
            <a:r>
              <a:rPr lang="ja-JP" altLang="en-US" sz="2800" dirty="0"/>
              <a:t>以降</a:t>
            </a:r>
            <a:r>
              <a:rPr lang="en-US" altLang="ja-JP" sz="2800" dirty="0"/>
              <a:t>)</a:t>
            </a:r>
            <a:r>
              <a:rPr lang="ja-JP" altLang="en-US" sz="2800" dirty="0"/>
              <a:t>を必ず確認</a:t>
            </a:r>
          </a:p>
          <a:p>
            <a:endParaRPr kumimoji="1" lang="ja-JP" altLang="en-US" sz="2800" dirty="0"/>
          </a:p>
        </p:txBody>
      </p:sp>
    </p:spTree>
    <p:extLst>
      <p:ext uri="{BB962C8B-B14F-4D97-AF65-F5344CB8AC3E}">
        <p14:creationId xmlns:p14="http://schemas.microsoft.com/office/powerpoint/2010/main" val="1850049662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テキスト ボックス 1">
            <a:extLst>
              <a:ext uri="{FF2B5EF4-FFF2-40B4-BE49-F238E27FC236}">
                <a16:creationId xmlns:a16="http://schemas.microsoft.com/office/drawing/2014/main" id="{F5CFF8C2-4D9B-B1ED-1571-AB3F982FAB79}"/>
              </a:ext>
            </a:extLst>
          </p:cNvPr>
          <p:cNvSpPr txBox="1"/>
          <p:nvPr/>
        </p:nvSpPr>
        <p:spPr>
          <a:xfrm>
            <a:off x="533400" y="292100"/>
            <a:ext cx="10597773" cy="612475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ja-JP" altLang="en-US" sz="2800" dirty="0"/>
              <a:t>件名</a:t>
            </a:r>
            <a:r>
              <a:rPr lang="en-US" altLang="ja-JP" sz="2800" dirty="0"/>
              <a:t>:【</a:t>
            </a:r>
            <a:r>
              <a:rPr lang="ja-JP" altLang="en-US" sz="2800" dirty="0"/>
              <a:t>情報システム部</a:t>
            </a:r>
            <a:r>
              <a:rPr lang="en-US" altLang="ja-JP" sz="2800" dirty="0"/>
              <a:t>】</a:t>
            </a:r>
            <a:r>
              <a:rPr lang="ja-JP" altLang="en-US" sz="2800" dirty="0"/>
              <a:t>セキュリティパッチ適用のお願い</a:t>
            </a:r>
          </a:p>
          <a:p>
            <a:endParaRPr lang="ja-JP" altLang="en-US" sz="2800" dirty="0"/>
          </a:p>
          <a:p>
            <a:r>
              <a:rPr lang="ja-JP" altLang="en-US" sz="2800" dirty="0"/>
              <a:t>差出人</a:t>
            </a:r>
            <a:r>
              <a:rPr lang="en-US" altLang="ja-JP" sz="2800" dirty="0"/>
              <a:t>:</a:t>
            </a:r>
            <a:r>
              <a:rPr lang="ja-JP" altLang="en-US" sz="2800" dirty="0"/>
              <a:t>情報システム部 </a:t>
            </a:r>
            <a:r>
              <a:rPr lang="en-US" altLang="ja-JP" sz="2800" dirty="0"/>
              <a:t>&lt;sys-admin@ifui.com.jp&gt;</a:t>
            </a:r>
          </a:p>
          <a:p>
            <a:endParaRPr lang="en-US" altLang="ja-JP" sz="2800" dirty="0"/>
          </a:p>
          <a:p>
            <a:r>
              <a:rPr lang="ja-JP" altLang="en-US" sz="2800" dirty="0"/>
              <a:t>社員の皆様</a:t>
            </a:r>
          </a:p>
          <a:p>
            <a:endParaRPr lang="ja-JP" altLang="en-US" sz="2800" dirty="0"/>
          </a:p>
          <a:p>
            <a:r>
              <a:rPr lang="ja-JP" altLang="en-US" sz="2800" dirty="0"/>
              <a:t>標的型攻撃対策のため、緊急セキュリティパッチを配布します。</a:t>
            </a:r>
          </a:p>
          <a:p>
            <a:r>
              <a:rPr lang="ja-JP" altLang="en-US" sz="2800" dirty="0"/>
              <a:t>添付の「</a:t>
            </a:r>
            <a:r>
              <a:rPr lang="en-US" altLang="ja-JP" sz="2800" dirty="0"/>
              <a:t>security_patch.exe</a:t>
            </a:r>
            <a:r>
              <a:rPr lang="ja-JP" altLang="en-US" sz="2800" dirty="0"/>
              <a:t>」を実行してください。</a:t>
            </a:r>
          </a:p>
          <a:p>
            <a:endParaRPr lang="ja-JP" altLang="en-US" sz="2800" dirty="0"/>
          </a:p>
          <a:p>
            <a:r>
              <a:rPr lang="en-US" altLang="ja-JP" sz="2800" dirty="0"/>
              <a:t>※</a:t>
            </a:r>
            <a:r>
              <a:rPr lang="ja-JP" altLang="en-US" sz="2800" dirty="0"/>
              <a:t>実行しない場合、社内ネットワークへの接続が制限されます。</a:t>
            </a:r>
          </a:p>
          <a:p>
            <a:endParaRPr lang="ja-JP" altLang="en-US" sz="2800" dirty="0"/>
          </a:p>
          <a:p>
            <a:r>
              <a:rPr lang="ja-JP" altLang="en-US" sz="2800" dirty="0"/>
              <a:t>ご協力よろしくお願いします。</a:t>
            </a:r>
          </a:p>
          <a:p>
            <a:endParaRPr lang="ja-JP" altLang="en-US" sz="2800" dirty="0"/>
          </a:p>
          <a:p>
            <a:r>
              <a:rPr lang="ja-JP" altLang="en-US" sz="2800" dirty="0"/>
              <a:t>情報システム部</a:t>
            </a:r>
            <a:endParaRPr kumimoji="1" lang="ja-JP" altLang="en-US" sz="2800" dirty="0"/>
          </a:p>
        </p:txBody>
      </p:sp>
    </p:spTree>
    <p:extLst>
      <p:ext uri="{BB962C8B-B14F-4D97-AF65-F5344CB8AC3E}">
        <p14:creationId xmlns:p14="http://schemas.microsoft.com/office/powerpoint/2010/main" val="2861290208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テキスト ボックス 1">
            <a:extLst>
              <a:ext uri="{FF2B5EF4-FFF2-40B4-BE49-F238E27FC236}">
                <a16:creationId xmlns:a16="http://schemas.microsoft.com/office/drawing/2014/main" id="{CC4C1A92-E636-4372-8AE7-0F0C47B4D4D1}"/>
              </a:ext>
            </a:extLst>
          </p:cNvPr>
          <p:cNvSpPr txBox="1"/>
          <p:nvPr/>
        </p:nvSpPr>
        <p:spPr>
          <a:xfrm>
            <a:off x="584200" y="1003300"/>
            <a:ext cx="10071100" cy="483209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ja-JP" altLang="en-US" sz="2800" b="1" dirty="0"/>
              <a:t>✅ 回答</a:t>
            </a:r>
            <a:r>
              <a:rPr lang="en-US" altLang="ja-JP" sz="2800" b="1" dirty="0"/>
              <a:t>:</a:t>
            </a:r>
            <a:r>
              <a:rPr lang="ja-JP" altLang="en-US" sz="2800" b="1" dirty="0"/>
              <a:t>怪しいメール</a:t>
            </a:r>
            <a:endParaRPr lang="en-US" altLang="ja-JP" sz="2800" b="1" dirty="0"/>
          </a:p>
          <a:p>
            <a:endParaRPr lang="ja-JP" altLang="en-US" sz="2800" b="1" dirty="0"/>
          </a:p>
          <a:p>
            <a:r>
              <a:rPr lang="ja-JP" altLang="en-US" sz="2800" b="1" dirty="0"/>
              <a:t>📝 ポイント</a:t>
            </a:r>
            <a:endParaRPr lang="en-US" altLang="ja-JP" sz="2800" b="1" dirty="0"/>
          </a:p>
          <a:p>
            <a:r>
              <a:rPr lang="ja-JP" altLang="en-US" sz="2800" b="1" dirty="0"/>
              <a:t>・ドメインが異なる</a:t>
            </a:r>
            <a:r>
              <a:rPr lang="en-US" altLang="ja-JP" sz="2800" dirty="0"/>
              <a:t>:ifui.co.jp</a:t>
            </a:r>
            <a:r>
              <a:rPr lang="ja-JP" altLang="en-US" sz="2800" dirty="0"/>
              <a:t> が正しいのに </a:t>
            </a:r>
            <a:r>
              <a:rPr lang="en-US" altLang="ja-JP" sz="2800" dirty="0"/>
              <a:t>ifui.com.jp</a:t>
            </a:r>
            <a:r>
              <a:rPr lang="ja-JP" altLang="en-US" sz="2800" dirty="0"/>
              <a:t> になっている</a:t>
            </a:r>
          </a:p>
          <a:p>
            <a:r>
              <a:rPr lang="ja-JP" altLang="en-US" sz="2800" b="1" dirty="0"/>
              <a:t>・実行ファイル</a:t>
            </a:r>
            <a:r>
              <a:rPr lang="en-US" altLang="ja-JP" sz="2800" b="1" dirty="0"/>
              <a:t>(.exe)</a:t>
            </a:r>
            <a:r>
              <a:rPr lang="ja-JP" altLang="en-US" sz="2800" b="1" dirty="0"/>
              <a:t>の添付</a:t>
            </a:r>
            <a:r>
              <a:rPr lang="en-US" altLang="ja-JP" sz="2800" dirty="0"/>
              <a:t>:</a:t>
            </a:r>
            <a:r>
              <a:rPr lang="ja-JP" altLang="en-US" sz="2800" dirty="0"/>
              <a:t>正規の情報システム部が個別メールで</a:t>
            </a:r>
            <a:r>
              <a:rPr lang="en-US" altLang="ja-JP" sz="2800" dirty="0"/>
              <a:t>exe</a:t>
            </a:r>
            <a:r>
              <a:rPr lang="ja-JP" altLang="en-US" sz="2800" dirty="0"/>
              <a:t>ファイルを配布することは通常ない</a:t>
            </a:r>
          </a:p>
          <a:p>
            <a:r>
              <a:rPr lang="ja-JP" altLang="en-US" sz="2800" b="1" dirty="0"/>
              <a:t>・脅迫的な文言</a:t>
            </a:r>
            <a:r>
              <a:rPr lang="en-US" altLang="ja-JP" sz="2800" dirty="0"/>
              <a:t>:</a:t>
            </a:r>
            <a:r>
              <a:rPr lang="ja-JP" altLang="en-US" sz="2800" dirty="0"/>
              <a:t>「接続が制限されます」と不安を煽る</a:t>
            </a:r>
          </a:p>
          <a:p>
            <a:r>
              <a:rPr lang="ja-JP" altLang="en-US" sz="2800" b="1" dirty="0"/>
              <a:t>・確認方法</a:t>
            </a:r>
            <a:r>
              <a:rPr lang="en-US" altLang="ja-JP" sz="2800" dirty="0"/>
              <a:t>:</a:t>
            </a:r>
            <a:r>
              <a:rPr lang="ja-JP" altLang="en-US" sz="2800" dirty="0"/>
              <a:t>不審な添付ファイルは絶対に開かず、情報システム部に直接確認</a:t>
            </a:r>
          </a:p>
          <a:p>
            <a:endParaRPr kumimoji="1" lang="ja-JP" altLang="en-US" sz="2800" dirty="0"/>
          </a:p>
        </p:txBody>
      </p:sp>
    </p:spTree>
    <p:extLst>
      <p:ext uri="{BB962C8B-B14F-4D97-AF65-F5344CB8AC3E}">
        <p14:creationId xmlns:p14="http://schemas.microsoft.com/office/powerpoint/2010/main" val="2142668570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テキスト ボックス 1">
            <a:extLst>
              <a:ext uri="{FF2B5EF4-FFF2-40B4-BE49-F238E27FC236}">
                <a16:creationId xmlns:a16="http://schemas.microsoft.com/office/drawing/2014/main" id="{1E3CA442-4FC7-C468-0B45-E077AD6C0A9A}"/>
              </a:ext>
            </a:extLst>
          </p:cNvPr>
          <p:cNvSpPr txBox="1"/>
          <p:nvPr/>
        </p:nvSpPr>
        <p:spPr>
          <a:xfrm>
            <a:off x="596900" y="304800"/>
            <a:ext cx="9453229" cy="6001643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ja-JP" altLang="en-US" sz="2400" dirty="0"/>
              <a:t>件名</a:t>
            </a:r>
            <a:r>
              <a:rPr lang="en-US" altLang="ja-JP" sz="2400" dirty="0"/>
              <a:t>:【</a:t>
            </a:r>
            <a:r>
              <a:rPr lang="ja-JP" altLang="en-US" sz="2400" dirty="0"/>
              <a:t>緊急</a:t>
            </a:r>
            <a:r>
              <a:rPr lang="en-US" altLang="ja-JP" sz="2400" dirty="0"/>
              <a:t>】</a:t>
            </a:r>
            <a:r>
              <a:rPr lang="ja-JP" altLang="en-US" sz="2400" dirty="0"/>
              <a:t>不正アクセス検知 </a:t>
            </a:r>
            <a:r>
              <a:rPr lang="en-US" altLang="ja-JP" sz="2400" dirty="0"/>
              <a:t>- </a:t>
            </a:r>
            <a:r>
              <a:rPr lang="ja-JP" altLang="en-US" sz="2400" dirty="0"/>
              <a:t>パスワード変更必須</a:t>
            </a:r>
          </a:p>
          <a:p>
            <a:endParaRPr lang="ja-JP" altLang="en-US" sz="2400" dirty="0"/>
          </a:p>
          <a:p>
            <a:r>
              <a:rPr lang="ja-JP" altLang="en-US" sz="2400" dirty="0"/>
              <a:t>差出人</a:t>
            </a:r>
            <a:r>
              <a:rPr lang="en-US" altLang="ja-JP" sz="2400" dirty="0"/>
              <a:t>:</a:t>
            </a:r>
            <a:r>
              <a:rPr lang="ja-JP" altLang="en-US" sz="2400" dirty="0"/>
              <a:t>セキュリティチーム </a:t>
            </a:r>
            <a:r>
              <a:rPr lang="en-US" altLang="ja-JP" sz="2400" dirty="0"/>
              <a:t>&lt;security@ifuі.co.jp&gt;</a:t>
            </a:r>
          </a:p>
          <a:p>
            <a:endParaRPr lang="en-US" altLang="ja-JP" sz="2400" dirty="0"/>
          </a:p>
          <a:p>
            <a:r>
              <a:rPr lang="ja-JP" altLang="en-US" sz="2400" dirty="0"/>
              <a:t>あなたのアカウントで不正ログインの試行が検知されました。</a:t>
            </a:r>
          </a:p>
          <a:p>
            <a:endParaRPr lang="ja-JP" altLang="en-US" sz="2400" dirty="0"/>
          </a:p>
          <a:p>
            <a:r>
              <a:rPr lang="ja-JP" altLang="en-US" sz="2400" dirty="0"/>
              <a:t>▼至急以下の対応をお願いします▼</a:t>
            </a:r>
          </a:p>
          <a:p>
            <a:r>
              <a:rPr lang="en-US" altLang="ja-JP" sz="2400" dirty="0"/>
              <a:t>1. </a:t>
            </a:r>
            <a:r>
              <a:rPr lang="ja-JP" altLang="en-US" sz="2400" dirty="0"/>
              <a:t>このメールのリンクをクリック</a:t>
            </a:r>
          </a:p>
          <a:p>
            <a:r>
              <a:rPr lang="en-US" altLang="ja-JP" sz="2400" dirty="0"/>
              <a:t>2. </a:t>
            </a:r>
            <a:r>
              <a:rPr lang="ja-JP" altLang="en-US" sz="2400" dirty="0"/>
              <a:t>現在のパスワードを入力</a:t>
            </a:r>
          </a:p>
          <a:p>
            <a:r>
              <a:rPr lang="en-US" altLang="ja-JP" sz="2400" dirty="0"/>
              <a:t>3. </a:t>
            </a:r>
            <a:r>
              <a:rPr lang="ja-JP" altLang="en-US" sz="2400" dirty="0"/>
              <a:t>新しいパスワードを設定</a:t>
            </a:r>
          </a:p>
          <a:p>
            <a:endParaRPr lang="ja-JP" altLang="en-US" sz="2400" dirty="0"/>
          </a:p>
          <a:p>
            <a:r>
              <a:rPr lang="ja-JP" altLang="en-US" sz="2400" dirty="0"/>
              <a:t>→ </a:t>
            </a:r>
            <a:r>
              <a:rPr lang="en-US" altLang="ja-JP" sz="2400" dirty="0"/>
              <a:t>https://account-verify-ifui.com</a:t>
            </a:r>
          </a:p>
          <a:p>
            <a:endParaRPr lang="en-US" altLang="ja-JP" sz="2400" dirty="0"/>
          </a:p>
          <a:p>
            <a:r>
              <a:rPr lang="en-US" altLang="ja-JP" sz="2400" dirty="0"/>
              <a:t>24</a:t>
            </a:r>
            <a:r>
              <a:rPr lang="ja-JP" altLang="en-US" sz="2400" dirty="0"/>
              <a:t>時間以内に対応がない場合、アカウントは永久に凍結されます。</a:t>
            </a:r>
          </a:p>
          <a:p>
            <a:endParaRPr lang="ja-JP" altLang="en-US" sz="2400" dirty="0"/>
          </a:p>
          <a:p>
            <a:r>
              <a:rPr lang="ja-JP" altLang="en-US" sz="2400" dirty="0"/>
              <a:t>セキュリティチーム</a:t>
            </a:r>
            <a:endParaRPr kumimoji="1" lang="ja-JP" altLang="en-US" sz="2400" dirty="0"/>
          </a:p>
        </p:txBody>
      </p:sp>
    </p:spTree>
    <p:extLst>
      <p:ext uri="{BB962C8B-B14F-4D97-AF65-F5344CB8AC3E}">
        <p14:creationId xmlns:p14="http://schemas.microsoft.com/office/powerpoint/2010/main" val="741242355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テキスト ボックス 1">
            <a:extLst>
              <a:ext uri="{FF2B5EF4-FFF2-40B4-BE49-F238E27FC236}">
                <a16:creationId xmlns:a16="http://schemas.microsoft.com/office/drawing/2014/main" id="{4E26DB30-D4C0-B2BA-D816-796E0D22657B}"/>
              </a:ext>
            </a:extLst>
          </p:cNvPr>
          <p:cNvSpPr txBox="1"/>
          <p:nvPr/>
        </p:nvSpPr>
        <p:spPr>
          <a:xfrm>
            <a:off x="406400" y="482600"/>
            <a:ext cx="10998200" cy="61247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ja-JP" sz="2800" dirty="0"/>
              <a:t>C</a:t>
            </a:r>
            <a:r>
              <a:rPr lang="ja-JP" altLang="en-US" sz="2800" dirty="0"/>
              <a:t>タイプ</a:t>
            </a:r>
            <a:r>
              <a:rPr lang="en-US" altLang="ja-JP" sz="2800" dirty="0"/>
              <a:t>:</a:t>
            </a:r>
            <a:r>
              <a:rPr lang="ja-JP" altLang="en-US" sz="2800" dirty="0"/>
              <a:t>緊急パスワード変更要求型</a:t>
            </a:r>
            <a:endParaRPr lang="en-US" altLang="ja-JP" sz="2800" dirty="0"/>
          </a:p>
          <a:p>
            <a:endParaRPr kumimoji="1" lang="en-US" altLang="ja-JP" sz="2800" dirty="0"/>
          </a:p>
          <a:p>
            <a:r>
              <a:rPr lang="ja-JP" altLang="en-US" sz="2800" b="1" dirty="0"/>
              <a:t>✅ 回答</a:t>
            </a:r>
            <a:r>
              <a:rPr lang="en-US" altLang="ja-JP" sz="2800" b="1" dirty="0"/>
              <a:t>:</a:t>
            </a:r>
            <a:r>
              <a:rPr lang="ja-JP" altLang="en-US" sz="2800" b="1" dirty="0"/>
              <a:t>怪しいメール</a:t>
            </a:r>
          </a:p>
          <a:p>
            <a:endParaRPr lang="en-US" altLang="ja-JP" sz="2800" b="1" dirty="0"/>
          </a:p>
          <a:p>
            <a:r>
              <a:rPr lang="ja-JP" altLang="en-US" sz="2800" b="1" dirty="0"/>
              <a:t>📝 ポイント</a:t>
            </a:r>
          </a:p>
          <a:p>
            <a:r>
              <a:rPr lang="ja-JP" altLang="en-US" sz="2800" b="1" dirty="0"/>
              <a:t>・見た目で分かりにくい文字の置き換え</a:t>
            </a:r>
            <a:r>
              <a:rPr lang="en-US" altLang="ja-JP" sz="2800" dirty="0"/>
              <a:t>:ifui.co.jp</a:t>
            </a:r>
            <a:r>
              <a:rPr lang="ja-JP" altLang="en-US" sz="2800" dirty="0"/>
              <a:t> の </a:t>
            </a:r>
            <a:r>
              <a:rPr lang="en-US" altLang="ja-JP" sz="2800" dirty="0"/>
              <a:t>"</a:t>
            </a:r>
            <a:r>
              <a:rPr lang="en-US" altLang="ja-JP" sz="2800" dirty="0" err="1"/>
              <a:t>i</a:t>
            </a:r>
            <a:r>
              <a:rPr lang="en-US" altLang="ja-JP" sz="2800" dirty="0"/>
              <a:t>" </a:t>
            </a:r>
            <a:r>
              <a:rPr lang="ja-JP" altLang="en-US" sz="2800" dirty="0"/>
              <a:t>がキリル文字の </a:t>
            </a:r>
            <a:r>
              <a:rPr lang="en-US" altLang="ja-JP" sz="2800" dirty="0"/>
              <a:t>"і" </a:t>
            </a:r>
            <a:r>
              <a:rPr lang="ja-JP" altLang="en-US" sz="2800" dirty="0"/>
              <a:t>に置き換わっている</a:t>
            </a:r>
            <a:r>
              <a:rPr lang="en-US" altLang="ja-JP" sz="2800" dirty="0"/>
              <a:t>(</a:t>
            </a:r>
            <a:r>
              <a:rPr lang="ja-JP" altLang="en-US" sz="2800" dirty="0"/>
              <a:t>肉眼では判別困難</a:t>
            </a:r>
            <a:r>
              <a:rPr lang="en-US" altLang="ja-JP" sz="2800" dirty="0"/>
              <a:t>)</a:t>
            </a:r>
          </a:p>
          <a:p>
            <a:r>
              <a:rPr lang="ja-JP" altLang="en-US" sz="2800" b="1" dirty="0"/>
              <a:t>・過度な緊急性</a:t>
            </a:r>
            <a:r>
              <a:rPr lang="en-US" altLang="ja-JP" sz="2800" dirty="0"/>
              <a:t>:</a:t>
            </a:r>
            <a:r>
              <a:rPr lang="ja-JP" altLang="en-US" sz="2800" dirty="0"/>
              <a:t>「永久に凍結」など極端な表現</a:t>
            </a:r>
          </a:p>
          <a:p>
            <a:r>
              <a:rPr lang="ja-JP" altLang="en-US" sz="2800" b="1" dirty="0"/>
              <a:t>・現在のパスワードを要求</a:t>
            </a:r>
            <a:r>
              <a:rPr lang="en-US" altLang="ja-JP" sz="2800" dirty="0"/>
              <a:t>:</a:t>
            </a:r>
            <a:r>
              <a:rPr lang="ja-JP" altLang="en-US" sz="2800" dirty="0"/>
              <a:t>正規のパスワード変更では現在のパスワードをメールで入力させることはない</a:t>
            </a:r>
          </a:p>
          <a:p>
            <a:r>
              <a:rPr lang="ja-JP" altLang="en-US" sz="2800" b="1" dirty="0"/>
              <a:t>・外部リンク</a:t>
            </a:r>
            <a:r>
              <a:rPr lang="en-US" altLang="ja-JP" sz="2800" dirty="0"/>
              <a:t>:</a:t>
            </a:r>
            <a:r>
              <a:rPr lang="ja-JP" altLang="en-US" sz="2800" dirty="0"/>
              <a:t>公式ドメイン以外のサイトへ誘導</a:t>
            </a:r>
          </a:p>
          <a:p>
            <a:r>
              <a:rPr lang="ja-JP" altLang="en-US" sz="2800" b="1" dirty="0"/>
              <a:t>・確認方法</a:t>
            </a:r>
            <a:r>
              <a:rPr lang="en-US" altLang="ja-JP" sz="2800" dirty="0"/>
              <a:t>:</a:t>
            </a:r>
            <a:r>
              <a:rPr lang="ja-JP" altLang="en-US" sz="2800" dirty="0"/>
              <a:t>メールアドレスをコピー</a:t>
            </a:r>
            <a:r>
              <a:rPr lang="en-US" altLang="ja-JP" sz="2800" dirty="0"/>
              <a:t>&amp;</a:t>
            </a:r>
            <a:r>
              <a:rPr lang="ja-JP" altLang="en-US" sz="2800" dirty="0"/>
              <a:t>ペーストしてテキストエディタで確認、またはブックマークから公式サイトに直接アクセス</a:t>
            </a:r>
          </a:p>
          <a:p>
            <a:endParaRPr kumimoji="1" lang="ja-JP" altLang="en-US" sz="2800" dirty="0"/>
          </a:p>
        </p:txBody>
      </p:sp>
    </p:spTree>
    <p:extLst>
      <p:ext uri="{BB962C8B-B14F-4D97-AF65-F5344CB8AC3E}">
        <p14:creationId xmlns:p14="http://schemas.microsoft.com/office/powerpoint/2010/main" val="3692314278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テキスト ボックス 6">
            <a:extLst>
              <a:ext uri="{FF2B5EF4-FFF2-40B4-BE49-F238E27FC236}">
                <a16:creationId xmlns:a16="http://schemas.microsoft.com/office/drawing/2014/main" id="{5D8CEA45-F59E-CE2B-85D9-2CCF22E70B16}"/>
              </a:ext>
            </a:extLst>
          </p:cNvPr>
          <p:cNvSpPr txBox="1"/>
          <p:nvPr/>
        </p:nvSpPr>
        <p:spPr>
          <a:xfrm>
            <a:off x="76200" y="247516"/>
            <a:ext cx="11950700" cy="6401753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rtl="0">
              <a:spcAft>
                <a:spcPts val="1200"/>
              </a:spcAft>
              <a:buNone/>
            </a:pPr>
            <a:r>
              <a:rPr lang="ja-JP" altLang="en-US" sz="2000" dirty="0">
                <a:solidFill>
                  <a:srgbClr val="1F1F1F"/>
                </a:solidFill>
                <a:effectLst/>
                <a:latin typeface="Google Sans Text"/>
              </a:rPr>
              <a:t>キリル文字は「ホモグラフ攻撃（同形異義語攻撃）」という手法で、メール偽装やフィッシング詐欺に非常に多く悪用されています。</a:t>
            </a:r>
          </a:p>
          <a:p>
            <a:pPr rtl="0">
              <a:spcAft>
                <a:spcPts val="600"/>
              </a:spcAft>
              <a:buNone/>
            </a:pPr>
            <a:r>
              <a:rPr lang="ja-JP" altLang="en-US" sz="2000" b="1" dirty="0">
                <a:solidFill>
                  <a:srgbClr val="1F1F1F"/>
                </a:solidFill>
                <a:latin typeface="Google Sans"/>
              </a:rPr>
              <a:t>１．</a:t>
            </a:r>
            <a:r>
              <a:rPr lang="ja-JP" altLang="en-US" sz="2000" b="1" dirty="0">
                <a:solidFill>
                  <a:srgbClr val="1F1F1F"/>
                </a:solidFill>
                <a:effectLst/>
                <a:latin typeface="Google Sans"/>
              </a:rPr>
              <a:t>キリル文字とは？</a:t>
            </a:r>
          </a:p>
          <a:p>
            <a:pPr rtl="0">
              <a:buNone/>
            </a:pPr>
            <a:r>
              <a:rPr lang="ja-JP" altLang="en-US" sz="2000" dirty="0">
                <a:solidFill>
                  <a:srgbClr val="1F1F1F"/>
                </a:solidFill>
                <a:effectLst/>
                <a:latin typeface="Google Sans Text"/>
              </a:rPr>
              <a:t>キリル文字は、ロシア語、ウクライナ語、ブルガリア語などで使われる文字体系です。</a:t>
            </a:r>
          </a:p>
          <a:p>
            <a:pPr rtl="0">
              <a:buNone/>
            </a:pPr>
            <a:r>
              <a:rPr lang="ja-JP" altLang="en-US" sz="2000" dirty="0">
                <a:solidFill>
                  <a:srgbClr val="1F1F1F"/>
                </a:solidFill>
                <a:effectLst/>
                <a:latin typeface="Google Sans Text"/>
              </a:rPr>
              <a:t>最大の特徴は、見た目がラテン文字（英語のアルファベット）とそっくりな文字が複数存在することです。</a:t>
            </a:r>
          </a:p>
          <a:p>
            <a:pPr rtl="0">
              <a:spcAft>
                <a:spcPts val="600"/>
              </a:spcAft>
              <a:buFont typeface="Arial" panose="020B0604020202020204" pitchFamily="34" charset="0"/>
              <a:buChar char="•"/>
            </a:pPr>
            <a:r>
              <a:rPr lang="ja-JP" altLang="en-US" sz="2000" b="1" dirty="0">
                <a:solidFill>
                  <a:srgbClr val="1F1F1F"/>
                </a:solidFill>
                <a:effectLst/>
                <a:latin typeface="Google Sans Text"/>
              </a:rPr>
              <a:t>キリル文字の「</a:t>
            </a:r>
            <a:r>
              <a:rPr lang="en-US" altLang="ja-JP" sz="2000" b="1" dirty="0">
                <a:solidFill>
                  <a:srgbClr val="1F1F1F"/>
                </a:solidFill>
                <a:effectLst/>
                <a:latin typeface="Google Sans Text"/>
              </a:rPr>
              <a:t>а</a:t>
            </a:r>
            <a:r>
              <a:rPr lang="ja-JP" altLang="en-US" sz="2000" b="1" dirty="0">
                <a:solidFill>
                  <a:srgbClr val="1F1F1F"/>
                </a:solidFill>
                <a:effectLst/>
                <a:latin typeface="Google Sans Text"/>
              </a:rPr>
              <a:t>」</a:t>
            </a:r>
            <a:r>
              <a:rPr lang="ja-JP" altLang="en-US" sz="2000" dirty="0">
                <a:solidFill>
                  <a:srgbClr val="1F1F1F"/>
                </a:solidFill>
                <a:effectLst/>
                <a:latin typeface="Google Sans Text"/>
              </a:rPr>
              <a:t>（</a:t>
            </a:r>
            <a:r>
              <a:rPr lang="en-US" altLang="ja-JP" sz="2000" dirty="0">
                <a:solidFill>
                  <a:srgbClr val="1F1F1F"/>
                </a:solidFill>
                <a:effectLst/>
                <a:latin typeface="Google Sans Text"/>
              </a:rPr>
              <a:t>U+0430</a:t>
            </a:r>
            <a:r>
              <a:rPr lang="ja-JP" altLang="en-US" sz="2000" dirty="0">
                <a:solidFill>
                  <a:srgbClr val="1F1F1F"/>
                </a:solidFill>
                <a:effectLst/>
                <a:latin typeface="Google Sans Text"/>
              </a:rPr>
              <a:t>）　</a:t>
            </a:r>
            <a:r>
              <a:rPr lang="ja-JP" altLang="en-US" sz="2000" b="1" dirty="0">
                <a:solidFill>
                  <a:srgbClr val="1F1F1F"/>
                </a:solidFill>
                <a:effectLst/>
                <a:latin typeface="Google Sans Text"/>
              </a:rPr>
              <a:t>ラテン文字の「</a:t>
            </a:r>
            <a:r>
              <a:rPr lang="en-US" altLang="ja-JP" sz="2000" b="1" dirty="0">
                <a:solidFill>
                  <a:srgbClr val="1F1F1F"/>
                </a:solidFill>
                <a:effectLst/>
                <a:latin typeface="Google Sans Text"/>
              </a:rPr>
              <a:t>a</a:t>
            </a:r>
            <a:r>
              <a:rPr lang="ja-JP" altLang="en-US" sz="2000" b="1" dirty="0">
                <a:solidFill>
                  <a:srgbClr val="1F1F1F"/>
                </a:solidFill>
                <a:effectLst/>
                <a:latin typeface="Google Sans Text"/>
              </a:rPr>
              <a:t>」</a:t>
            </a:r>
            <a:r>
              <a:rPr lang="ja-JP" altLang="en-US" sz="2000" dirty="0">
                <a:solidFill>
                  <a:srgbClr val="1F1F1F"/>
                </a:solidFill>
                <a:effectLst/>
                <a:latin typeface="Google Sans Text"/>
              </a:rPr>
              <a:t>（</a:t>
            </a:r>
            <a:r>
              <a:rPr lang="en-US" altLang="ja-JP" sz="2000" dirty="0">
                <a:solidFill>
                  <a:srgbClr val="1F1F1F"/>
                </a:solidFill>
                <a:effectLst/>
                <a:latin typeface="Google Sans Text"/>
              </a:rPr>
              <a:t>U+0061</a:t>
            </a:r>
            <a:r>
              <a:rPr lang="ja-JP" altLang="en-US" sz="2000" dirty="0">
                <a:solidFill>
                  <a:srgbClr val="1F1F1F"/>
                </a:solidFill>
                <a:effectLst/>
                <a:latin typeface="Google Sans Text"/>
              </a:rPr>
              <a:t>）</a:t>
            </a:r>
          </a:p>
          <a:p>
            <a:pPr rtl="0">
              <a:spcAft>
                <a:spcPts val="1200"/>
              </a:spcAft>
              <a:buNone/>
            </a:pPr>
            <a:r>
              <a:rPr lang="ja-JP" altLang="en-US" sz="2000" dirty="0">
                <a:solidFill>
                  <a:srgbClr val="1F1F1F"/>
                </a:solidFill>
                <a:effectLst/>
                <a:latin typeface="Google Sans Text"/>
              </a:rPr>
              <a:t>これらはコンピュータ上では全く別のデータですが、画面に表示されると</a:t>
            </a:r>
            <a:r>
              <a:rPr lang="ja-JP" altLang="en-US" sz="2000" b="1" dirty="0">
                <a:solidFill>
                  <a:srgbClr val="1F1F1F"/>
                </a:solidFill>
                <a:effectLst/>
                <a:latin typeface="Google Sans Text"/>
              </a:rPr>
              <a:t>人間の目には区別がつきません</a:t>
            </a:r>
            <a:r>
              <a:rPr lang="ja-JP" altLang="en-US" sz="2000" dirty="0">
                <a:solidFill>
                  <a:srgbClr val="1F1F1F"/>
                </a:solidFill>
                <a:effectLst/>
                <a:latin typeface="Google Sans Text"/>
              </a:rPr>
              <a:t>。</a:t>
            </a:r>
            <a:endParaRPr lang="en-US" altLang="ja-JP" sz="2000" dirty="0">
              <a:solidFill>
                <a:srgbClr val="1F1F1F"/>
              </a:solidFill>
              <a:effectLst/>
              <a:latin typeface="Google Sans Text"/>
            </a:endParaRPr>
          </a:p>
          <a:p>
            <a:pPr rtl="0">
              <a:spcAft>
                <a:spcPts val="600"/>
              </a:spcAft>
              <a:buNone/>
            </a:pPr>
            <a:r>
              <a:rPr lang="ja-JP" altLang="en-US" sz="2000" b="1" dirty="0">
                <a:solidFill>
                  <a:srgbClr val="1F1F1F"/>
                </a:solidFill>
                <a:latin typeface="Google Sans"/>
              </a:rPr>
              <a:t>２．</a:t>
            </a:r>
            <a:r>
              <a:rPr lang="ja-JP" altLang="en-US" sz="2000" b="1" dirty="0">
                <a:solidFill>
                  <a:srgbClr val="1F1F1F"/>
                </a:solidFill>
                <a:effectLst/>
                <a:latin typeface="Google Sans"/>
              </a:rPr>
              <a:t>メール偽装での悪用手法（ホモグラフ攻撃）</a:t>
            </a:r>
          </a:p>
          <a:p>
            <a:pPr rtl="0">
              <a:spcAft>
                <a:spcPts val="1200"/>
              </a:spcAft>
              <a:buNone/>
            </a:pPr>
            <a:r>
              <a:rPr lang="ja-JP" altLang="en-US" sz="2000" dirty="0">
                <a:solidFill>
                  <a:srgbClr val="1F1F1F"/>
                </a:solidFill>
                <a:effectLst/>
                <a:latin typeface="Google Sans Text"/>
              </a:rPr>
              <a:t>攻撃者はこの「見た目の共通点」を利用して、本物そっくりの偽</a:t>
            </a:r>
            <a:r>
              <a:rPr lang="en-US" altLang="ja-JP" sz="2000" dirty="0">
                <a:solidFill>
                  <a:srgbClr val="1F1F1F"/>
                </a:solidFill>
                <a:effectLst/>
                <a:latin typeface="Google Sans Text"/>
              </a:rPr>
              <a:t>URL</a:t>
            </a:r>
            <a:r>
              <a:rPr lang="ja-JP" altLang="en-US" sz="2000" dirty="0">
                <a:solidFill>
                  <a:srgbClr val="1F1F1F"/>
                </a:solidFill>
                <a:effectLst/>
                <a:latin typeface="Google Sans Text"/>
              </a:rPr>
              <a:t>やメールアドレスを作成します。</a:t>
            </a:r>
          </a:p>
          <a:p>
            <a:pPr rtl="0">
              <a:spcAft>
                <a:spcPts val="600"/>
              </a:spcAft>
              <a:buNone/>
            </a:pPr>
            <a:r>
              <a:rPr lang="ja-JP" altLang="en-US" sz="2000" b="1" dirty="0">
                <a:solidFill>
                  <a:srgbClr val="1F1F1F"/>
                </a:solidFill>
                <a:effectLst/>
                <a:latin typeface="Google Sans"/>
              </a:rPr>
              <a:t>具体的な例：</a:t>
            </a:r>
          </a:p>
          <a:p>
            <a:pPr rtl="0">
              <a:spcAft>
                <a:spcPts val="1200"/>
              </a:spcAft>
              <a:buNone/>
            </a:pPr>
            <a:r>
              <a:rPr lang="ja-JP" altLang="en-US" sz="2000" dirty="0">
                <a:solidFill>
                  <a:srgbClr val="1F1F1F"/>
                </a:solidFill>
                <a:effectLst/>
                <a:latin typeface="Google Sans Text"/>
              </a:rPr>
              <a:t>例えば、あなたが </a:t>
            </a:r>
            <a:r>
              <a:rPr lang="en-US" altLang="ja-JP" sz="2000" dirty="0">
                <a:solidFill>
                  <a:srgbClr val="444746"/>
                </a:solidFill>
                <a:effectLst/>
                <a:latin typeface="Google Sans Text"/>
              </a:rPr>
              <a:t>amazon.com</a:t>
            </a:r>
            <a:r>
              <a:rPr lang="ja-JP" altLang="en-US" sz="2000" dirty="0">
                <a:solidFill>
                  <a:srgbClr val="1F1F1F"/>
                </a:solidFill>
                <a:effectLst/>
                <a:latin typeface="Google Sans Text"/>
              </a:rPr>
              <a:t> というサイトを利用しているとします。攻撃者は以下のようなドメインを登録します。</a:t>
            </a:r>
          </a:p>
          <a:p>
            <a:pPr rtl="0">
              <a:spcAft>
                <a:spcPts val="1200"/>
              </a:spcAft>
              <a:buNone/>
            </a:pPr>
            <a:r>
              <a:rPr lang="ja-JP" altLang="en-US" sz="2000" dirty="0">
                <a:solidFill>
                  <a:srgbClr val="1F1F1F"/>
                </a:solidFill>
                <a:effectLst/>
                <a:latin typeface="Google Sans Text"/>
              </a:rPr>
              <a:t>偽物： </a:t>
            </a:r>
            <a:r>
              <a:rPr lang="en-US" altLang="ja-JP" sz="2000" dirty="0">
                <a:solidFill>
                  <a:srgbClr val="1F1F1F"/>
                </a:solidFill>
                <a:effectLst/>
                <a:latin typeface="Google Sans Text"/>
              </a:rPr>
              <a:t>аmаzon.com </a:t>
            </a:r>
            <a:r>
              <a:rPr lang="ja-JP" altLang="en-US" sz="2000" dirty="0">
                <a:solidFill>
                  <a:srgbClr val="1F1F1F"/>
                </a:solidFill>
                <a:effectLst/>
                <a:latin typeface="Google Sans Text"/>
              </a:rPr>
              <a:t>（最初の </a:t>
            </a:r>
            <a:r>
              <a:rPr lang="en-US" altLang="ja-JP" sz="2000" dirty="0">
                <a:solidFill>
                  <a:srgbClr val="1F1F1F"/>
                </a:solidFill>
                <a:effectLst/>
                <a:latin typeface="Google Sans Text"/>
              </a:rPr>
              <a:t>a </a:t>
            </a:r>
            <a:r>
              <a:rPr lang="ja-JP" altLang="en-US" sz="2000" dirty="0">
                <a:solidFill>
                  <a:srgbClr val="1F1F1F"/>
                </a:solidFill>
                <a:effectLst/>
                <a:latin typeface="Google Sans Text"/>
              </a:rPr>
              <a:t>がキリル文字）　本物： </a:t>
            </a:r>
            <a:r>
              <a:rPr lang="en-US" altLang="ja-JP" sz="2000" dirty="0">
                <a:solidFill>
                  <a:srgbClr val="1F1F1F"/>
                </a:solidFill>
                <a:effectLst/>
                <a:latin typeface="Google Sans Text"/>
              </a:rPr>
              <a:t>amazon.com </a:t>
            </a:r>
            <a:r>
              <a:rPr lang="ja-JP" altLang="en-US" sz="2000" dirty="0">
                <a:solidFill>
                  <a:srgbClr val="1F1F1F"/>
                </a:solidFill>
                <a:effectLst/>
                <a:latin typeface="Google Sans Text"/>
              </a:rPr>
              <a:t>（すべてラテン文字）</a:t>
            </a:r>
          </a:p>
          <a:p>
            <a:pPr rtl="0">
              <a:spcAft>
                <a:spcPts val="1200"/>
              </a:spcAft>
              <a:buNone/>
            </a:pPr>
            <a:r>
              <a:rPr lang="ja-JP" altLang="en-US" sz="2000" dirty="0">
                <a:solidFill>
                  <a:srgbClr val="1F1F1F"/>
                </a:solidFill>
                <a:effectLst/>
                <a:latin typeface="Google Sans Text"/>
              </a:rPr>
              <a:t>メールにこの偽リンクが貼られていても、見た目では </a:t>
            </a:r>
            <a:r>
              <a:rPr lang="en-US" altLang="ja-JP" sz="2000" dirty="0">
                <a:solidFill>
                  <a:srgbClr val="1F1F1F"/>
                </a:solidFill>
                <a:effectLst/>
                <a:latin typeface="Google Sans Text"/>
              </a:rPr>
              <a:t>100% </a:t>
            </a:r>
            <a:r>
              <a:rPr lang="ja-JP" altLang="en-US" sz="2000" dirty="0">
                <a:solidFill>
                  <a:srgbClr val="1F1F1F"/>
                </a:solidFill>
                <a:effectLst/>
                <a:latin typeface="Google Sans Text"/>
              </a:rPr>
              <a:t>判断できません。クリックすると、見た目も本物そっくりの偽サイトへ飛ばされ、パスワードやクレジットカード情報を盗み取られます。</a:t>
            </a:r>
          </a:p>
        </p:txBody>
      </p:sp>
    </p:spTree>
    <p:extLst>
      <p:ext uri="{BB962C8B-B14F-4D97-AF65-F5344CB8AC3E}">
        <p14:creationId xmlns:p14="http://schemas.microsoft.com/office/powerpoint/2010/main" val="3092544331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テキスト ボックス 1">
            <a:extLst>
              <a:ext uri="{FF2B5EF4-FFF2-40B4-BE49-F238E27FC236}">
                <a16:creationId xmlns:a16="http://schemas.microsoft.com/office/drawing/2014/main" id="{25A76EBF-CE3D-FDB6-25EE-50AD6C674986}"/>
              </a:ext>
            </a:extLst>
          </p:cNvPr>
          <p:cNvSpPr txBox="1"/>
          <p:nvPr/>
        </p:nvSpPr>
        <p:spPr>
          <a:xfrm>
            <a:off x="266700" y="254001"/>
            <a:ext cx="10921999" cy="583236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spcAft>
                <a:spcPts val="600"/>
              </a:spcAft>
            </a:pPr>
            <a:r>
              <a:rPr lang="ja-JP" altLang="en-US" sz="2000" b="1" dirty="0">
                <a:solidFill>
                  <a:srgbClr val="1F1F1F"/>
                </a:solidFill>
                <a:latin typeface="Google Sans"/>
              </a:rPr>
              <a:t>３．</a:t>
            </a:r>
            <a:r>
              <a:rPr lang="ja-JP" altLang="en-US" sz="2000" b="1" dirty="0">
                <a:solidFill>
                  <a:srgbClr val="1F1F1F"/>
                </a:solidFill>
                <a:effectLst/>
                <a:latin typeface="Google Sans"/>
              </a:rPr>
              <a:t>防ぐための対策</a:t>
            </a:r>
          </a:p>
          <a:p>
            <a:pPr>
              <a:spcAft>
                <a:spcPts val="600"/>
              </a:spcAft>
            </a:pPr>
            <a:r>
              <a:rPr lang="ja-JP" altLang="en-US" sz="2000" dirty="0">
                <a:solidFill>
                  <a:srgbClr val="1F1F1F"/>
                </a:solidFill>
                <a:effectLst/>
                <a:latin typeface="Google Sans Text"/>
              </a:rPr>
              <a:t>最近のブラウザやメールソフトは対策が進んでいますが、以下の点に注意することで被害を防げます。</a:t>
            </a:r>
            <a:endParaRPr lang="en-US" altLang="ja-JP" sz="2000" dirty="0">
              <a:solidFill>
                <a:srgbClr val="1F1F1F"/>
              </a:solidFill>
              <a:effectLst/>
              <a:latin typeface="Google Sans Text"/>
            </a:endParaRPr>
          </a:p>
          <a:p>
            <a:pPr>
              <a:spcAft>
                <a:spcPts val="600"/>
              </a:spcAft>
            </a:pPr>
            <a:endParaRPr lang="en-US" altLang="ja-JP" sz="2000" dirty="0">
              <a:solidFill>
                <a:srgbClr val="1F1F1F"/>
              </a:solidFill>
              <a:latin typeface="Google Sans Text"/>
            </a:endParaRPr>
          </a:p>
          <a:p>
            <a:pPr>
              <a:spcAft>
                <a:spcPts val="600"/>
              </a:spcAft>
            </a:pPr>
            <a:r>
              <a:rPr lang="ja-JP" altLang="en-US" sz="2000" b="1" dirty="0">
                <a:solidFill>
                  <a:srgbClr val="1F1F1F"/>
                </a:solidFill>
                <a:effectLst/>
                <a:latin typeface="Google Sans Text"/>
              </a:rPr>
              <a:t>・リンクを直接クリックしない</a:t>
            </a:r>
            <a:r>
              <a:rPr lang="en-US" altLang="ja-JP" sz="2000" b="1" dirty="0">
                <a:solidFill>
                  <a:srgbClr val="1F1F1F"/>
                </a:solidFill>
                <a:effectLst/>
                <a:latin typeface="Google Sans Text"/>
              </a:rPr>
              <a:t>:</a:t>
            </a:r>
            <a:endParaRPr lang="en-US" altLang="ja-JP" sz="2000" b="1" dirty="0">
              <a:solidFill>
                <a:srgbClr val="1F1F1F"/>
              </a:solidFill>
              <a:latin typeface="Google Sans Text"/>
            </a:endParaRPr>
          </a:p>
          <a:p>
            <a:pPr>
              <a:spcAft>
                <a:spcPts val="600"/>
              </a:spcAft>
            </a:pPr>
            <a:r>
              <a:rPr lang="ja-JP" altLang="en-US" sz="2000" dirty="0">
                <a:solidFill>
                  <a:srgbClr val="1F1F1F"/>
                </a:solidFill>
                <a:effectLst/>
                <a:latin typeface="Google Sans Text"/>
              </a:rPr>
              <a:t>銀行やショッピングサイトは、メールのリンクからではなく、**ブックマーク（お気に入り）**や公式アプリから開く習慣をつけましょう。</a:t>
            </a:r>
            <a:endParaRPr lang="en-US" altLang="ja-JP" sz="2000" dirty="0">
              <a:solidFill>
                <a:srgbClr val="1F1F1F"/>
              </a:solidFill>
              <a:effectLst/>
              <a:latin typeface="Google Sans Text"/>
            </a:endParaRPr>
          </a:p>
          <a:p>
            <a:pPr>
              <a:spcAft>
                <a:spcPts val="600"/>
              </a:spcAft>
            </a:pPr>
            <a:endParaRPr lang="en-US" altLang="ja-JP" sz="2000" dirty="0">
              <a:solidFill>
                <a:srgbClr val="1F1F1F"/>
              </a:solidFill>
              <a:latin typeface="Google Sans Text"/>
            </a:endParaRPr>
          </a:p>
          <a:p>
            <a:pPr>
              <a:spcAft>
                <a:spcPts val="600"/>
              </a:spcAft>
            </a:pPr>
            <a:r>
              <a:rPr lang="ja-JP" altLang="en-US" sz="2000" b="1" dirty="0">
                <a:solidFill>
                  <a:srgbClr val="1F1F1F"/>
                </a:solidFill>
                <a:effectLst/>
                <a:latin typeface="Google Sans Text"/>
              </a:rPr>
              <a:t>・</a:t>
            </a:r>
            <a:r>
              <a:rPr lang="en-US" altLang="ja-JP" sz="2000" b="1" dirty="0">
                <a:solidFill>
                  <a:srgbClr val="1F1F1F"/>
                </a:solidFill>
                <a:effectLst/>
                <a:latin typeface="Google Sans Text"/>
              </a:rPr>
              <a:t>URL</a:t>
            </a:r>
            <a:r>
              <a:rPr lang="ja-JP" altLang="en-US" sz="2000" b="1" dirty="0">
                <a:solidFill>
                  <a:srgbClr val="1F1F1F"/>
                </a:solidFill>
                <a:effectLst/>
                <a:latin typeface="Google Sans Text"/>
              </a:rPr>
              <a:t>を確認する</a:t>
            </a:r>
            <a:endParaRPr lang="en-US" altLang="ja-JP" sz="2000" b="1" dirty="0">
              <a:solidFill>
                <a:srgbClr val="1F1F1F"/>
              </a:solidFill>
              <a:latin typeface="Google Sans Text"/>
            </a:endParaRPr>
          </a:p>
          <a:p>
            <a:pPr>
              <a:spcAft>
                <a:spcPts val="600"/>
              </a:spcAft>
            </a:pPr>
            <a:r>
              <a:rPr lang="ja-JP" altLang="en-US" sz="2000" dirty="0">
                <a:solidFill>
                  <a:srgbClr val="1F1F1F"/>
                </a:solidFill>
                <a:effectLst/>
                <a:latin typeface="Google Sans Text"/>
              </a:rPr>
              <a:t>疑わしい場合は、</a:t>
            </a:r>
            <a:r>
              <a:rPr lang="en-US" altLang="ja-JP" sz="2000" dirty="0">
                <a:solidFill>
                  <a:srgbClr val="1F1F1F"/>
                </a:solidFill>
                <a:effectLst/>
                <a:latin typeface="Google Sans Text"/>
              </a:rPr>
              <a:t>URL</a:t>
            </a:r>
            <a:r>
              <a:rPr lang="ja-JP" altLang="en-US" sz="2000" dirty="0">
                <a:solidFill>
                  <a:srgbClr val="1F1F1F"/>
                </a:solidFill>
                <a:effectLst/>
                <a:latin typeface="Google Sans Text"/>
              </a:rPr>
              <a:t>をコピーしてメモ帳などに貼り付けると、一部の環境では </a:t>
            </a:r>
            <a:r>
              <a:rPr lang="en-US" altLang="ja-JP" sz="2000" dirty="0" err="1">
                <a:solidFill>
                  <a:srgbClr val="444746"/>
                </a:solidFill>
                <a:effectLst/>
                <a:latin typeface="Google Sans Text"/>
              </a:rPr>
              <a:t>xn</a:t>
            </a:r>
            <a:r>
              <a:rPr lang="en-US" altLang="ja-JP" sz="2000" dirty="0">
                <a:solidFill>
                  <a:srgbClr val="444746"/>
                </a:solidFill>
                <a:effectLst/>
                <a:latin typeface="Google Sans Text"/>
              </a:rPr>
              <a:t>--...</a:t>
            </a:r>
            <a:r>
              <a:rPr lang="ja-JP" altLang="en-US" sz="2000" dirty="0">
                <a:solidFill>
                  <a:srgbClr val="1F1F1F"/>
                </a:solidFill>
                <a:effectLst/>
                <a:latin typeface="Google Sans Text"/>
              </a:rPr>
              <a:t> という形式（</a:t>
            </a:r>
            <a:r>
              <a:rPr lang="en-US" altLang="ja-JP" sz="2000" dirty="0">
                <a:solidFill>
                  <a:srgbClr val="1F1F1F"/>
                </a:solidFill>
                <a:effectLst/>
                <a:latin typeface="Google Sans Text"/>
              </a:rPr>
              <a:t>Punycode</a:t>
            </a:r>
            <a:r>
              <a:rPr lang="ja-JP" altLang="en-US" sz="2000" dirty="0">
                <a:solidFill>
                  <a:srgbClr val="1F1F1F"/>
                </a:solidFill>
                <a:effectLst/>
                <a:latin typeface="Google Sans Text"/>
              </a:rPr>
              <a:t>）で表示され、偽装が判明することがあります。</a:t>
            </a:r>
            <a:endParaRPr lang="en-US" altLang="ja-JP" sz="2000" dirty="0">
              <a:solidFill>
                <a:srgbClr val="1F1F1F"/>
              </a:solidFill>
              <a:effectLst/>
              <a:latin typeface="Google Sans Text"/>
            </a:endParaRPr>
          </a:p>
          <a:p>
            <a:pPr>
              <a:spcAft>
                <a:spcPts val="600"/>
              </a:spcAft>
            </a:pPr>
            <a:endParaRPr lang="en-US" altLang="ja-JP" sz="2000" dirty="0">
              <a:solidFill>
                <a:srgbClr val="1F1F1F"/>
              </a:solidFill>
              <a:latin typeface="Google Sans Text"/>
            </a:endParaRPr>
          </a:p>
          <a:p>
            <a:pPr>
              <a:spcAft>
                <a:spcPts val="600"/>
              </a:spcAft>
            </a:pPr>
            <a:r>
              <a:rPr lang="ja-JP" altLang="en-US" sz="2000" b="1" dirty="0">
                <a:solidFill>
                  <a:srgbClr val="1F1F1F"/>
                </a:solidFill>
                <a:effectLst/>
                <a:latin typeface="Google Sans Text"/>
              </a:rPr>
              <a:t>・パスワード管理ソフトを使う</a:t>
            </a:r>
            <a:r>
              <a:rPr lang="en-US" altLang="ja-JP" sz="2000" b="1" dirty="0">
                <a:solidFill>
                  <a:srgbClr val="1F1F1F"/>
                </a:solidFill>
                <a:effectLst/>
                <a:latin typeface="Google Sans Text"/>
              </a:rPr>
              <a:t>:</a:t>
            </a:r>
            <a:endParaRPr lang="en-US" altLang="ja-JP" sz="2000" b="1" dirty="0">
              <a:solidFill>
                <a:srgbClr val="1F1F1F"/>
              </a:solidFill>
              <a:latin typeface="Google Sans Text"/>
            </a:endParaRPr>
          </a:p>
          <a:p>
            <a:pPr>
              <a:spcAft>
                <a:spcPts val="600"/>
              </a:spcAft>
            </a:pPr>
            <a:r>
              <a:rPr lang="ja-JP" altLang="en-US" sz="2000" dirty="0">
                <a:solidFill>
                  <a:srgbClr val="1F1F1F"/>
                </a:solidFill>
                <a:effectLst/>
                <a:latin typeface="Google Sans Text"/>
              </a:rPr>
              <a:t>パスワード管理ツールは「ドメイン名」を正確に判別するため、偽サイトでは自動入力が働きません。これが最も強力な防衛手段の一つです。</a:t>
            </a:r>
            <a:endParaRPr lang="en-US" altLang="ja-JP" sz="2000" dirty="0">
              <a:solidFill>
                <a:srgbClr val="1F1F1F"/>
              </a:solidFill>
              <a:effectLst/>
              <a:latin typeface="Google Sans Text"/>
            </a:endParaRPr>
          </a:p>
          <a:p>
            <a:pPr>
              <a:spcAft>
                <a:spcPts val="600"/>
              </a:spcAft>
              <a:buFont typeface="+mj-lt"/>
              <a:buAutoNum type="arabicPeriod"/>
            </a:pPr>
            <a:endParaRPr lang="ja-JP" altLang="en-US" sz="2000" dirty="0">
              <a:solidFill>
                <a:srgbClr val="1F1F1F"/>
              </a:solidFill>
              <a:effectLst/>
              <a:latin typeface="Google Sans Text"/>
            </a:endParaRPr>
          </a:p>
        </p:txBody>
      </p:sp>
    </p:spTree>
    <p:extLst>
      <p:ext uri="{BB962C8B-B14F-4D97-AF65-F5344CB8AC3E}">
        <p14:creationId xmlns:p14="http://schemas.microsoft.com/office/powerpoint/2010/main" val="2371125428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テキスト ボックス 1">
            <a:extLst>
              <a:ext uri="{FF2B5EF4-FFF2-40B4-BE49-F238E27FC236}">
                <a16:creationId xmlns:a16="http://schemas.microsoft.com/office/drawing/2014/main" id="{5299462E-D67B-6B2F-744C-50A5CFF1FF48}"/>
              </a:ext>
            </a:extLst>
          </p:cNvPr>
          <p:cNvSpPr txBox="1"/>
          <p:nvPr/>
        </p:nvSpPr>
        <p:spPr>
          <a:xfrm>
            <a:off x="304800" y="419100"/>
            <a:ext cx="11716669" cy="526297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ja-JP" altLang="en-US" sz="2800" dirty="0"/>
              <a:t>件名</a:t>
            </a:r>
            <a:r>
              <a:rPr lang="en-US" altLang="ja-JP" sz="2800" dirty="0"/>
              <a:t>:【Amazon】</a:t>
            </a:r>
            <a:r>
              <a:rPr lang="ja-JP" altLang="en-US" sz="2800" dirty="0"/>
              <a:t>お支払い方法の更新が必要です</a:t>
            </a:r>
          </a:p>
          <a:p>
            <a:endParaRPr lang="ja-JP" altLang="en-US" sz="2800" dirty="0"/>
          </a:p>
          <a:p>
            <a:r>
              <a:rPr lang="ja-JP" altLang="en-US" sz="2800" dirty="0"/>
              <a:t>差出人</a:t>
            </a:r>
            <a:r>
              <a:rPr lang="en-US" altLang="ja-JP" sz="2800" dirty="0"/>
              <a:t>:Amazon &lt;no-reply@amazon-co.jp&gt;</a:t>
            </a:r>
          </a:p>
          <a:p>
            <a:endParaRPr lang="en-US" altLang="ja-JP" sz="2800" dirty="0"/>
          </a:p>
          <a:p>
            <a:r>
              <a:rPr lang="ja-JP" altLang="en-US" sz="2800" dirty="0"/>
              <a:t>お客様のアカウントでお支払い方法の検証ができませんでした。</a:t>
            </a:r>
          </a:p>
          <a:p>
            <a:endParaRPr lang="ja-JP" altLang="en-US" sz="2800" dirty="0"/>
          </a:p>
          <a:p>
            <a:r>
              <a:rPr lang="en-US" altLang="ja-JP" sz="2800" dirty="0"/>
              <a:t>24</a:t>
            </a:r>
            <a:r>
              <a:rPr lang="ja-JP" altLang="en-US" sz="2800" dirty="0"/>
              <a:t>時間以内に情報を更新しないと、プライム会員の特典が失効します。</a:t>
            </a:r>
          </a:p>
          <a:p>
            <a:endParaRPr lang="ja-JP" altLang="en-US" sz="2800" dirty="0"/>
          </a:p>
          <a:p>
            <a:r>
              <a:rPr lang="ja-JP" altLang="en-US" sz="2800" dirty="0"/>
              <a:t>▼今すぐ更新する▼</a:t>
            </a:r>
          </a:p>
          <a:p>
            <a:r>
              <a:rPr lang="en-US" altLang="ja-JP" sz="2800" dirty="0"/>
              <a:t>http://amazon-verify.info/update</a:t>
            </a:r>
          </a:p>
          <a:p>
            <a:endParaRPr lang="en-US" altLang="ja-JP" sz="2800" dirty="0"/>
          </a:p>
          <a:p>
            <a:r>
              <a:rPr lang="en-US" altLang="ja-JP" sz="2800" dirty="0"/>
              <a:t>Amazon</a:t>
            </a:r>
            <a:r>
              <a:rPr lang="ja-JP" altLang="en-US" sz="2800" dirty="0"/>
              <a:t>カスタマーサービス</a:t>
            </a:r>
            <a:endParaRPr kumimoji="1" lang="ja-JP" altLang="en-US" sz="2800" dirty="0"/>
          </a:p>
        </p:txBody>
      </p:sp>
    </p:spTree>
    <p:extLst>
      <p:ext uri="{BB962C8B-B14F-4D97-AF65-F5344CB8AC3E}">
        <p14:creationId xmlns:p14="http://schemas.microsoft.com/office/powerpoint/2010/main" val="2698782995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テキスト ボックス 1">
            <a:extLst>
              <a:ext uri="{FF2B5EF4-FFF2-40B4-BE49-F238E27FC236}">
                <a16:creationId xmlns:a16="http://schemas.microsoft.com/office/drawing/2014/main" id="{B345CDE8-3292-F2BC-8987-C9B202F908FC}"/>
              </a:ext>
            </a:extLst>
          </p:cNvPr>
          <p:cNvSpPr txBox="1"/>
          <p:nvPr/>
        </p:nvSpPr>
        <p:spPr>
          <a:xfrm>
            <a:off x="800100" y="342900"/>
            <a:ext cx="10274300" cy="569386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ja-JP" sz="2800" dirty="0"/>
              <a:t>D</a:t>
            </a:r>
            <a:r>
              <a:rPr lang="ja-JP" altLang="en-US" sz="2800" dirty="0"/>
              <a:t>タイプ</a:t>
            </a:r>
            <a:r>
              <a:rPr lang="en-US" altLang="ja-JP" sz="2800" dirty="0"/>
              <a:t>:</a:t>
            </a:r>
            <a:r>
              <a:rPr lang="ja-JP" altLang="en-US" sz="2800" dirty="0"/>
              <a:t>社外サービス偽装型</a:t>
            </a:r>
            <a:endParaRPr lang="en-US" altLang="ja-JP" sz="2800" dirty="0"/>
          </a:p>
          <a:p>
            <a:endParaRPr lang="en-US" altLang="ja-JP" sz="2800" dirty="0"/>
          </a:p>
          <a:p>
            <a:r>
              <a:rPr lang="ja-JP" altLang="en-US" sz="2800" b="1" dirty="0"/>
              <a:t>✅ 回答</a:t>
            </a:r>
            <a:r>
              <a:rPr lang="en-US" altLang="ja-JP" sz="2800" b="1" dirty="0"/>
              <a:t>:</a:t>
            </a:r>
            <a:r>
              <a:rPr lang="ja-JP" altLang="en-US" sz="2800" b="1" dirty="0"/>
              <a:t>怪しいメール</a:t>
            </a:r>
            <a:endParaRPr lang="en-US" altLang="ja-JP" sz="2800" b="1" dirty="0"/>
          </a:p>
          <a:p>
            <a:endParaRPr lang="ja-JP" altLang="en-US" sz="2800" b="1" dirty="0"/>
          </a:p>
          <a:p>
            <a:r>
              <a:rPr lang="ja-JP" altLang="en-US" sz="2800" b="1" dirty="0"/>
              <a:t>📝 ポイント</a:t>
            </a:r>
          </a:p>
          <a:p>
            <a:r>
              <a:rPr lang="ja-JP" altLang="en-US" sz="2800" b="1" dirty="0"/>
              <a:t>・偽装されたドメイン</a:t>
            </a:r>
            <a:r>
              <a:rPr lang="en-US" altLang="ja-JP" sz="2800" dirty="0"/>
              <a:t>:Amazon</a:t>
            </a:r>
            <a:r>
              <a:rPr lang="ja-JP" altLang="en-US" sz="2800" dirty="0"/>
              <a:t>の正規ドメインは </a:t>
            </a:r>
            <a:r>
              <a:rPr lang="en-US" altLang="ja-JP" sz="2800" dirty="0"/>
              <a:t>@amazon.co.jp</a:t>
            </a:r>
            <a:r>
              <a:rPr lang="ja-JP" altLang="en-US" sz="2800" dirty="0"/>
              <a:t> だが、これは </a:t>
            </a:r>
            <a:r>
              <a:rPr lang="en-US" altLang="ja-JP" sz="2800" dirty="0"/>
              <a:t>@amazon-co.jp</a:t>
            </a:r>
            <a:endParaRPr lang="ja-JP" altLang="en-US" sz="2800" dirty="0"/>
          </a:p>
          <a:p>
            <a:r>
              <a:rPr lang="ja-JP" altLang="en-US" sz="2800" b="1" dirty="0"/>
              <a:t>・個人情報を狙ったフィッシング</a:t>
            </a:r>
            <a:r>
              <a:rPr lang="en-US" altLang="ja-JP" sz="2800" dirty="0"/>
              <a:t>:</a:t>
            </a:r>
            <a:r>
              <a:rPr lang="ja-JP" altLang="en-US" sz="2800" dirty="0"/>
              <a:t>クレジットカード情報を盗む目的</a:t>
            </a:r>
          </a:p>
          <a:p>
            <a:r>
              <a:rPr lang="ja-JP" altLang="en-US" sz="2800" b="1" dirty="0"/>
              <a:t>・不自然な日本語</a:t>
            </a:r>
            <a:r>
              <a:rPr lang="en-US" altLang="ja-JP" sz="2800" dirty="0"/>
              <a:t>:</a:t>
            </a:r>
            <a:r>
              <a:rPr lang="ja-JP" altLang="en-US" sz="2800" dirty="0"/>
              <a:t>「検証ができませんでした」など少し不自然</a:t>
            </a:r>
          </a:p>
          <a:p>
            <a:r>
              <a:rPr lang="ja-JP" altLang="en-US" sz="2800" b="1" dirty="0"/>
              <a:t>・緊急性の演出</a:t>
            </a:r>
            <a:r>
              <a:rPr lang="en-US" altLang="ja-JP" sz="2800" dirty="0"/>
              <a:t>:</a:t>
            </a:r>
            <a:r>
              <a:rPr lang="ja-JP" altLang="en-US" sz="2800" dirty="0"/>
              <a:t>「</a:t>
            </a:r>
            <a:r>
              <a:rPr lang="en-US" altLang="ja-JP" sz="2800" dirty="0"/>
              <a:t>24</a:t>
            </a:r>
            <a:r>
              <a:rPr lang="ja-JP" altLang="en-US" sz="2800" dirty="0"/>
              <a:t>時間以内」と焦らせる</a:t>
            </a:r>
          </a:p>
          <a:p>
            <a:r>
              <a:rPr lang="ja-JP" altLang="en-US" sz="2800" b="1" dirty="0"/>
              <a:t>・確認方法</a:t>
            </a:r>
            <a:r>
              <a:rPr lang="en-US" altLang="ja-JP" sz="2800" dirty="0"/>
              <a:t>:</a:t>
            </a:r>
            <a:r>
              <a:rPr lang="ja-JP" altLang="en-US" sz="2800" dirty="0"/>
              <a:t>メール内のリンクは絶対にクリックせず、ブラウザから直接公式サイトにアクセスして確認</a:t>
            </a:r>
          </a:p>
        </p:txBody>
      </p:sp>
    </p:spTree>
    <p:extLst>
      <p:ext uri="{BB962C8B-B14F-4D97-AF65-F5344CB8AC3E}">
        <p14:creationId xmlns:p14="http://schemas.microsoft.com/office/powerpoint/2010/main" val="268388419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テキスト ボックス 1">
            <a:extLst>
              <a:ext uri="{FF2B5EF4-FFF2-40B4-BE49-F238E27FC236}">
                <a16:creationId xmlns:a16="http://schemas.microsoft.com/office/drawing/2014/main" id="{485DD38A-E657-3065-D48C-BD07BFB73C09}"/>
              </a:ext>
            </a:extLst>
          </p:cNvPr>
          <p:cNvSpPr txBox="1"/>
          <p:nvPr/>
        </p:nvSpPr>
        <p:spPr>
          <a:xfrm>
            <a:off x="673100" y="152400"/>
            <a:ext cx="8135560" cy="6524863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ja-JP" altLang="en-US" sz="2000" dirty="0"/>
              <a:t>件名</a:t>
            </a:r>
            <a:r>
              <a:rPr lang="en-US" altLang="ja-JP" sz="2000" dirty="0"/>
              <a:t>:【</a:t>
            </a:r>
            <a:r>
              <a:rPr lang="ja-JP" altLang="en-US" sz="2000" dirty="0"/>
              <a:t>総務部</a:t>
            </a:r>
            <a:r>
              <a:rPr lang="en-US" altLang="ja-JP" sz="2000" dirty="0"/>
              <a:t>】</a:t>
            </a:r>
            <a:r>
              <a:rPr lang="ja-JP" altLang="en-US" sz="2000" dirty="0"/>
              <a:t>来週の全社会議について</a:t>
            </a:r>
          </a:p>
          <a:p>
            <a:endParaRPr lang="ja-JP" altLang="en-US" sz="2000" dirty="0"/>
          </a:p>
          <a:p>
            <a:r>
              <a:rPr lang="ja-JP" altLang="en-US" sz="2000" dirty="0"/>
              <a:t>差出人</a:t>
            </a:r>
            <a:r>
              <a:rPr lang="en-US" altLang="ja-JP" sz="2000" dirty="0"/>
              <a:t>:</a:t>
            </a:r>
            <a:r>
              <a:rPr lang="ja-JP" altLang="en-US" sz="2000" dirty="0"/>
              <a:t>総務部 山田太郎 </a:t>
            </a:r>
            <a:r>
              <a:rPr lang="en-US" altLang="ja-JP" sz="2000" dirty="0"/>
              <a:t>&lt;info@ifui.co.jp&gt;</a:t>
            </a:r>
          </a:p>
          <a:p>
            <a:endParaRPr lang="en-US" altLang="ja-JP" sz="2000" dirty="0"/>
          </a:p>
          <a:p>
            <a:r>
              <a:rPr lang="ja-JP" altLang="en-US" sz="2000" dirty="0"/>
              <a:t>社員各位</a:t>
            </a:r>
          </a:p>
          <a:p>
            <a:endParaRPr lang="ja-JP" altLang="en-US" sz="2000" dirty="0"/>
          </a:p>
          <a:p>
            <a:r>
              <a:rPr lang="ja-JP" altLang="en-US" sz="2000" dirty="0"/>
              <a:t>お疲れ様です。総務部の山田です。</a:t>
            </a:r>
          </a:p>
          <a:p>
            <a:endParaRPr lang="ja-JP" altLang="en-US" sz="2000" dirty="0"/>
          </a:p>
          <a:p>
            <a:r>
              <a:rPr lang="ja-JP" altLang="en-US" sz="2000" dirty="0"/>
              <a:t>来週</a:t>
            </a:r>
            <a:r>
              <a:rPr lang="en-US" altLang="ja-JP" sz="2000" dirty="0"/>
              <a:t>1</a:t>
            </a:r>
            <a:r>
              <a:rPr lang="ja-JP" altLang="en-US" sz="2000" dirty="0"/>
              <a:t>月</a:t>
            </a:r>
            <a:r>
              <a:rPr lang="en-US" altLang="ja-JP" sz="2000" dirty="0"/>
              <a:t>15</a:t>
            </a:r>
            <a:r>
              <a:rPr lang="ja-JP" altLang="en-US" sz="2000" dirty="0"/>
              <a:t>日</a:t>
            </a:r>
            <a:r>
              <a:rPr lang="en-US" altLang="ja-JP" sz="2000" dirty="0"/>
              <a:t>(</a:t>
            </a:r>
            <a:r>
              <a:rPr lang="ja-JP" altLang="en-US" sz="2000" dirty="0"/>
              <a:t>水</a:t>
            </a:r>
            <a:r>
              <a:rPr lang="en-US" altLang="ja-JP" sz="2000" dirty="0"/>
              <a:t>)14:00</a:t>
            </a:r>
            <a:r>
              <a:rPr lang="ja-JP" altLang="en-US" sz="2000" dirty="0"/>
              <a:t>より、本社</a:t>
            </a:r>
            <a:r>
              <a:rPr lang="en-US" altLang="ja-JP" sz="2000" dirty="0"/>
              <a:t>3</a:t>
            </a:r>
            <a:r>
              <a:rPr lang="ja-JP" altLang="en-US" sz="2000" dirty="0"/>
              <a:t>階会議室にて</a:t>
            </a:r>
          </a:p>
          <a:p>
            <a:r>
              <a:rPr lang="ja-JP" altLang="en-US" sz="2000" dirty="0"/>
              <a:t>第</a:t>
            </a:r>
            <a:r>
              <a:rPr lang="en-US" altLang="ja-JP" sz="2000" dirty="0"/>
              <a:t>1</a:t>
            </a:r>
            <a:r>
              <a:rPr lang="ja-JP" altLang="en-US" sz="2000" dirty="0"/>
              <a:t>四半期の全社会議を開催いたします。</a:t>
            </a:r>
          </a:p>
          <a:p>
            <a:endParaRPr lang="ja-JP" altLang="en-US" sz="2000" dirty="0"/>
          </a:p>
          <a:p>
            <a:r>
              <a:rPr lang="en-US" altLang="ja-JP" sz="2000" dirty="0"/>
              <a:t>【</a:t>
            </a:r>
            <a:r>
              <a:rPr lang="ja-JP" altLang="en-US" sz="2000" dirty="0"/>
              <a:t>議題</a:t>
            </a:r>
            <a:r>
              <a:rPr lang="en-US" altLang="ja-JP" sz="2000" dirty="0"/>
              <a:t>】</a:t>
            </a:r>
          </a:p>
          <a:p>
            <a:r>
              <a:rPr lang="ja-JP" altLang="en-US" sz="2000" dirty="0"/>
              <a:t>・今期の業績報告</a:t>
            </a:r>
          </a:p>
          <a:p>
            <a:r>
              <a:rPr lang="ja-JP" altLang="en-US" sz="2000" dirty="0"/>
              <a:t>・新規プロジェクトの紹介</a:t>
            </a:r>
          </a:p>
          <a:p>
            <a:r>
              <a:rPr lang="ja-JP" altLang="en-US" sz="2000" dirty="0"/>
              <a:t>・働き方改革の取り組み</a:t>
            </a:r>
          </a:p>
          <a:p>
            <a:endParaRPr lang="ja-JP" altLang="en-US" sz="2000" dirty="0"/>
          </a:p>
          <a:p>
            <a:r>
              <a:rPr lang="ja-JP" altLang="en-US" sz="2000" dirty="0"/>
              <a:t>ご多忙中恐れ入りますが、ご出席のほどよろしくお願いいたします。</a:t>
            </a:r>
          </a:p>
          <a:p>
            <a:r>
              <a:rPr lang="ja-JP" altLang="en-US" sz="2000" dirty="0"/>
              <a:t>欠席される場合は、</a:t>
            </a:r>
            <a:r>
              <a:rPr lang="en-US" altLang="ja-JP" sz="2000" dirty="0"/>
              <a:t>1</a:t>
            </a:r>
            <a:r>
              <a:rPr lang="ja-JP" altLang="en-US" sz="2000" dirty="0"/>
              <a:t>月</a:t>
            </a:r>
            <a:r>
              <a:rPr lang="en-US" altLang="ja-JP" sz="2000" dirty="0"/>
              <a:t>13</a:t>
            </a:r>
            <a:r>
              <a:rPr lang="ja-JP" altLang="en-US" sz="2000" dirty="0"/>
              <a:t>日</a:t>
            </a:r>
            <a:r>
              <a:rPr lang="en-US" altLang="ja-JP" sz="2000" dirty="0"/>
              <a:t>(</a:t>
            </a:r>
            <a:r>
              <a:rPr lang="ja-JP" altLang="en-US" sz="2000" dirty="0"/>
              <a:t>月</a:t>
            </a:r>
            <a:r>
              <a:rPr lang="en-US" altLang="ja-JP" sz="2000" dirty="0"/>
              <a:t>)</a:t>
            </a:r>
            <a:r>
              <a:rPr lang="ja-JP" altLang="en-US" sz="2000" dirty="0"/>
              <a:t>までに総務部までご連絡ください。</a:t>
            </a:r>
          </a:p>
          <a:p>
            <a:endParaRPr lang="ja-JP" altLang="en-US" sz="2000" dirty="0"/>
          </a:p>
          <a:p>
            <a:r>
              <a:rPr lang="ja-JP" altLang="en-US" sz="2000" dirty="0"/>
              <a:t>総務部 山田太郎</a:t>
            </a:r>
          </a:p>
          <a:p>
            <a:r>
              <a:rPr lang="ja-JP" altLang="en-US" sz="2000" dirty="0"/>
              <a:t>内線</a:t>
            </a:r>
            <a:r>
              <a:rPr lang="en-US" altLang="ja-JP" sz="2000" dirty="0"/>
              <a:t>:1234</a:t>
            </a:r>
            <a:endParaRPr kumimoji="1" lang="ja-JP" altLang="en-US" sz="2000" dirty="0"/>
          </a:p>
        </p:txBody>
      </p:sp>
    </p:spTree>
    <p:extLst>
      <p:ext uri="{BB962C8B-B14F-4D97-AF65-F5344CB8AC3E}">
        <p14:creationId xmlns:p14="http://schemas.microsoft.com/office/powerpoint/2010/main" val="3272912283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テキスト ボックス 1">
            <a:extLst>
              <a:ext uri="{FF2B5EF4-FFF2-40B4-BE49-F238E27FC236}">
                <a16:creationId xmlns:a16="http://schemas.microsoft.com/office/drawing/2014/main" id="{809FD143-FDDD-1ECF-7B29-471876745146}"/>
              </a:ext>
            </a:extLst>
          </p:cNvPr>
          <p:cNvSpPr txBox="1"/>
          <p:nvPr/>
        </p:nvSpPr>
        <p:spPr>
          <a:xfrm>
            <a:off x="800100" y="723900"/>
            <a:ext cx="9982220" cy="526297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ja-JP" sz="2800" dirty="0"/>
              <a:t>E</a:t>
            </a:r>
            <a:r>
              <a:rPr lang="ja-JP" altLang="en-US" sz="2800" dirty="0"/>
              <a:t>タイプ</a:t>
            </a:r>
            <a:r>
              <a:rPr lang="en-US" altLang="ja-JP" sz="2800" dirty="0"/>
              <a:t>:</a:t>
            </a:r>
            <a:r>
              <a:rPr lang="ja-JP" altLang="en-US" sz="2800" dirty="0"/>
              <a:t>正規の社内メール</a:t>
            </a:r>
            <a:r>
              <a:rPr lang="en-US" altLang="ja-JP" sz="2800" dirty="0"/>
              <a:t>(</a:t>
            </a:r>
            <a:r>
              <a:rPr lang="ja-JP" altLang="en-US" sz="2800" dirty="0"/>
              <a:t>比較用</a:t>
            </a:r>
            <a:r>
              <a:rPr lang="en-US" altLang="ja-JP" sz="2800" dirty="0"/>
              <a:t>)</a:t>
            </a:r>
          </a:p>
          <a:p>
            <a:endParaRPr kumimoji="1" lang="en-US" altLang="ja-JP" sz="2800" dirty="0"/>
          </a:p>
          <a:p>
            <a:r>
              <a:rPr lang="ja-JP" altLang="en-US" sz="2800" b="1" dirty="0"/>
              <a:t>✅ 回答</a:t>
            </a:r>
            <a:r>
              <a:rPr lang="en-US" altLang="ja-JP" sz="2800" b="1" dirty="0"/>
              <a:t>:</a:t>
            </a:r>
            <a:r>
              <a:rPr lang="ja-JP" altLang="en-US" sz="2800" b="1" dirty="0"/>
              <a:t>怪しくない正規メール</a:t>
            </a:r>
            <a:endParaRPr lang="en-US" altLang="ja-JP" sz="2800" b="1" dirty="0"/>
          </a:p>
          <a:p>
            <a:endParaRPr lang="ja-JP" altLang="en-US" sz="2800" b="1" dirty="0"/>
          </a:p>
          <a:p>
            <a:r>
              <a:rPr lang="ja-JP" altLang="en-US" sz="2800" b="1" dirty="0"/>
              <a:t>📝 ポイント</a:t>
            </a:r>
          </a:p>
          <a:p>
            <a:r>
              <a:rPr lang="ja-JP" altLang="en-US" sz="2800" b="1" dirty="0"/>
              <a:t>・正しいドメイン</a:t>
            </a:r>
            <a:r>
              <a:rPr lang="en-US" altLang="ja-JP" sz="2800" dirty="0"/>
              <a:t>:info@ifui.co.jp</a:t>
            </a:r>
            <a:r>
              <a:rPr lang="ja-JP" altLang="en-US" sz="2800" dirty="0"/>
              <a:t> が使用されている</a:t>
            </a:r>
          </a:p>
          <a:p>
            <a:r>
              <a:rPr lang="ja-JP" altLang="en-US" sz="2800" b="1" dirty="0"/>
              <a:t>・差出人が明確</a:t>
            </a:r>
            <a:r>
              <a:rPr lang="en-US" altLang="ja-JP" sz="2800" dirty="0"/>
              <a:t>:</a:t>
            </a:r>
            <a:r>
              <a:rPr lang="ja-JP" altLang="en-US" sz="2800" dirty="0"/>
              <a:t>部署名と個人名が記載されている</a:t>
            </a:r>
          </a:p>
          <a:p>
            <a:r>
              <a:rPr lang="ja-JP" altLang="en-US" sz="2800" b="1" dirty="0"/>
              <a:t>・連絡先が明記</a:t>
            </a:r>
            <a:r>
              <a:rPr lang="en-US" altLang="ja-JP" sz="2800" dirty="0"/>
              <a:t>:</a:t>
            </a:r>
            <a:r>
              <a:rPr lang="ja-JP" altLang="en-US" sz="2800" dirty="0"/>
              <a:t>内線番号など、社内で確認可能な情報がある</a:t>
            </a:r>
          </a:p>
          <a:p>
            <a:r>
              <a:rPr lang="ja-JP" altLang="en-US" sz="2800" b="1" dirty="0"/>
              <a:t>・自然な文面</a:t>
            </a:r>
            <a:r>
              <a:rPr lang="en-US" altLang="ja-JP" sz="2800" dirty="0"/>
              <a:t>:</a:t>
            </a:r>
            <a:r>
              <a:rPr lang="ja-JP" altLang="en-US" sz="2800" dirty="0"/>
              <a:t>緊急性を過度に煽らず、通常の業務連絡の範囲</a:t>
            </a:r>
          </a:p>
          <a:p>
            <a:r>
              <a:rPr lang="ja-JP" altLang="en-US" sz="2800" b="1" dirty="0"/>
              <a:t>・添付ファイルや外部リンクなし</a:t>
            </a:r>
            <a:r>
              <a:rPr lang="en-US" altLang="ja-JP" sz="2800" dirty="0"/>
              <a:t>:</a:t>
            </a:r>
            <a:r>
              <a:rPr lang="ja-JP" altLang="en-US" sz="2800" dirty="0"/>
              <a:t>不審な要素がない</a:t>
            </a:r>
          </a:p>
          <a:p>
            <a:r>
              <a:rPr lang="ja-JP" altLang="en-US" sz="2800" b="1" dirty="0"/>
              <a:t>・確認方法</a:t>
            </a:r>
            <a:r>
              <a:rPr lang="en-US" altLang="ja-JP" sz="2800" dirty="0"/>
              <a:t>:</a:t>
            </a:r>
            <a:r>
              <a:rPr lang="ja-JP" altLang="en-US" sz="2800" dirty="0"/>
              <a:t>不明点があれば記載されている内線で確認できる</a:t>
            </a:r>
          </a:p>
          <a:p>
            <a:endParaRPr kumimoji="1" lang="ja-JP" altLang="en-US" sz="2800" dirty="0"/>
          </a:p>
        </p:txBody>
      </p:sp>
    </p:spTree>
    <p:extLst>
      <p:ext uri="{BB962C8B-B14F-4D97-AF65-F5344CB8AC3E}">
        <p14:creationId xmlns:p14="http://schemas.microsoft.com/office/powerpoint/2010/main" val="1017497949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テキスト ボックス 1">
            <a:extLst>
              <a:ext uri="{FF2B5EF4-FFF2-40B4-BE49-F238E27FC236}">
                <a16:creationId xmlns:a16="http://schemas.microsoft.com/office/drawing/2014/main" id="{B7CAD0F8-EEB9-764D-FA0E-3F0C1F29BB8D}"/>
              </a:ext>
            </a:extLst>
          </p:cNvPr>
          <p:cNvSpPr txBox="1"/>
          <p:nvPr/>
        </p:nvSpPr>
        <p:spPr>
          <a:xfrm>
            <a:off x="685800" y="114300"/>
            <a:ext cx="8353569" cy="655564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ja-JP" altLang="en-US" sz="2800" b="1" dirty="0"/>
              <a:t>📊 総括ポイント</a:t>
            </a:r>
          </a:p>
          <a:p>
            <a:r>
              <a:rPr lang="ja-JP" altLang="en-US" sz="2800" b="1" dirty="0"/>
              <a:t>🎯 怪しいメールの共通特徴</a:t>
            </a:r>
            <a:endParaRPr lang="en-US" altLang="ja-JP" sz="2800" b="1" dirty="0"/>
          </a:p>
          <a:p>
            <a:endParaRPr lang="ja-JP" altLang="en-US" sz="2800" b="1" dirty="0"/>
          </a:p>
          <a:p>
            <a:r>
              <a:rPr lang="ja-JP" altLang="en-US" sz="2800" b="1" dirty="0"/>
              <a:t>・ドメインの微妙な違い</a:t>
            </a:r>
            <a:r>
              <a:rPr lang="en-US" altLang="ja-JP" sz="2800" dirty="0"/>
              <a:t>(</a:t>
            </a:r>
            <a:r>
              <a:rPr lang="ja-JP" altLang="en-US" sz="2800" dirty="0"/>
              <a:t>ハイフン、スペル、</a:t>
            </a:r>
            <a:r>
              <a:rPr lang="en-US" altLang="ja-JP" sz="2800" dirty="0"/>
              <a:t>TLD)</a:t>
            </a:r>
          </a:p>
          <a:p>
            <a:r>
              <a:rPr lang="ja-JP" altLang="en-US" sz="2800" b="1" dirty="0"/>
              <a:t>・過度な緊急性</a:t>
            </a:r>
            <a:r>
              <a:rPr lang="ja-JP" altLang="en-US" sz="2800" dirty="0"/>
              <a:t>を煽る表現</a:t>
            </a:r>
          </a:p>
          <a:p>
            <a:r>
              <a:rPr lang="ja-JP" altLang="en-US" sz="2800" b="1" dirty="0"/>
              <a:t>・個人情報やパスワードの入力</a:t>
            </a:r>
            <a:r>
              <a:rPr lang="ja-JP" altLang="en-US" sz="2800" dirty="0"/>
              <a:t>を要求</a:t>
            </a:r>
          </a:p>
          <a:p>
            <a:r>
              <a:rPr lang="ja-JP" altLang="en-US" sz="2800" b="1" dirty="0"/>
              <a:t>・不審な添付ファイル</a:t>
            </a:r>
            <a:r>
              <a:rPr lang="en-US" altLang="ja-JP" sz="2800" dirty="0"/>
              <a:t>(.exe, .zip</a:t>
            </a:r>
            <a:r>
              <a:rPr lang="ja-JP" altLang="en-US" sz="2800" dirty="0"/>
              <a:t>等</a:t>
            </a:r>
            <a:r>
              <a:rPr lang="en-US" altLang="ja-JP" sz="2800" dirty="0"/>
              <a:t>)</a:t>
            </a:r>
          </a:p>
          <a:p>
            <a:r>
              <a:rPr lang="ja-JP" altLang="en-US" sz="2800" b="1" dirty="0"/>
              <a:t>・外部サイトへの誘導</a:t>
            </a:r>
            <a:endParaRPr lang="en-US" altLang="ja-JP" sz="2800" b="1" dirty="0"/>
          </a:p>
          <a:p>
            <a:endParaRPr lang="ja-JP" altLang="en-US" sz="2800" dirty="0"/>
          </a:p>
          <a:p>
            <a:r>
              <a:rPr lang="ja-JP" altLang="en-US" sz="2800" b="1" dirty="0"/>
              <a:t>✨ 推奨する対応</a:t>
            </a:r>
          </a:p>
          <a:p>
            <a:r>
              <a:rPr lang="ja-JP" altLang="en-US" sz="2800" dirty="0"/>
              <a:t>メールアドレスの</a:t>
            </a:r>
            <a:r>
              <a:rPr lang="en-US" altLang="ja-JP" sz="2800" dirty="0"/>
              <a:t>@</a:t>
            </a:r>
            <a:r>
              <a:rPr lang="ja-JP" altLang="en-US" sz="2800" dirty="0"/>
              <a:t>以降を必ず確認</a:t>
            </a:r>
          </a:p>
          <a:p>
            <a:r>
              <a:rPr lang="ja-JP" altLang="en-US" sz="2800" dirty="0"/>
              <a:t>不審なメールのリンクはクリックしない</a:t>
            </a:r>
          </a:p>
          <a:p>
            <a:r>
              <a:rPr lang="ja-JP" altLang="en-US" sz="2800" dirty="0"/>
              <a:t>添付ファイルは開く前に送信者に確認</a:t>
            </a:r>
          </a:p>
          <a:p>
            <a:r>
              <a:rPr lang="ja-JP" altLang="en-US" sz="2800" dirty="0"/>
              <a:t>緊急を要する内容は、メール以外の方法で確認</a:t>
            </a:r>
          </a:p>
          <a:p>
            <a:r>
              <a:rPr lang="ja-JP" altLang="en-US" sz="2800" dirty="0"/>
              <a:t>少しでも疑問を感じたら情報システム部に相談</a:t>
            </a:r>
          </a:p>
        </p:txBody>
      </p:sp>
    </p:spTree>
    <p:extLst>
      <p:ext uri="{BB962C8B-B14F-4D97-AF65-F5344CB8AC3E}">
        <p14:creationId xmlns:p14="http://schemas.microsoft.com/office/powerpoint/2010/main" val="3756563085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テーマ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游ゴシック Light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游ゴシック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32</TotalTime>
  <Words>2760</Words>
  <Application>Microsoft Office PowerPoint</Application>
  <PresentationFormat>ワイド画面</PresentationFormat>
  <Paragraphs>169</Paragraphs>
  <Slides>14</Slides>
  <Notes>0</Notes>
  <HiddenSlides>0</HiddenSlides>
  <MMClips>0</MMClips>
  <ScaleCrop>false</ScaleCrop>
  <HeadingPairs>
    <vt:vector size="6" baseType="variant">
      <vt:variant>
        <vt:lpstr>使用されているフォント</vt:lpstr>
      </vt:variant>
      <vt:variant>
        <vt:i4>5</vt:i4>
      </vt:variant>
      <vt:variant>
        <vt:lpstr>テーマ</vt:lpstr>
      </vt:variant>
      <vt:variant>
        <vt:i4>1</vt:i4>
      </vt:variant>
      <vt:variant>
        <vt:lpstr>スライド タイトル</vt:lpstr>
      </vt:variant>
      <vt:variant>
        <vt:i4>14</vt:i4>
      </vt:variant>
    </vt:vector>
  </HeadingPairs>
  <TitlesOfParts>
    <vt:vector size="20" baseType="lpstr">
      <vt:lpstr>Google Sans</vt:lpstr>
      <vt:lpstr>Google Sans Text</vt:lpstr>
      <vt:lpstr>游ゴシック</vt:lpstr>
      <vt:lpstr>游ゴシック Light</vt:lpstr>
      <vt:lpstr>Arial</vt:lpstr>
      <vt:lpstr>Office テーマ</vt:lpstr>
      <vt:lpstr>PowerPoint プレゼンテーション</vt:lpstr>
      <vt:lpstr>PowerPoint プレゼンテーション</vt:lpstr>
      <vt:lpstr>PowerPoint プレゼンテーション</vt:lpstr>
      <vt:lpstr>PowerPoint プレゼンテーション</vt:lpstr>
      <vt:lpstr>PowerPoint プレゼンテーション</vt:lpstr>
      <vt:lpstr>PowerPoint プレゼンテーション</vt:lpstr>
      <vt:lpstr>PowerPoint プレゼンテーション</vt:lpstr>
      <vt:lpstr>PowerPoint プレゼンテーション</vt:lpstr>
      <vt:lpstr>PowerPoint プレゼンテーション</vt:lpstr>
      <vt:lpstr>PowerPoint プレゼンテーション</vt:lpstr>
      <vt:lpstr>PowerPoint プレゼンテーション</vt:lpstr>
      <vt:lpstr>PowerPoint プレゼンテーション</vt:lpstr>
      <vt:lpstr>PowerPoint プレゼンテーション</vt:lpstr>
      <vt:lpstr>PowerPoint プレゼンテーション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Yukihiro Kuriaki</dc:creator>
  <cp:lastModifiedBy>Yukihiro Kuriaki</cp:lastModifiedBy>
  <cp:revision>1</cp:revision>
  <dcterms:created xsi:type="dcterms:W3CDTF">2026-01-10T03:52:18Z</dcterms:created>
  <dcterms:modified xsi:type="dcterms:W3CDTF">2026-01-10T04:25:10Z</dcterms:modified>
</cp:coreProperties>
</file>